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D8BE-24D6-A3E4-3728-9D3D29685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B9354-AF12-2270-EA84-6E6252472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C6BC0-3296-48DD-914B-27C794A8D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B49BB-67EB-AACD-C279-96830059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469D5-E082-654C-59A1-AEEACE8C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450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AE28-11F8-A7BD-7EB4-C48387F61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C33DF-A168-C09B-6243-546B585FC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610AC-A724-4729-271A-89A32D3C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E4AAA-9EAD-ABBD-BD08-060E71686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3BF71-2C81-D7B3-911C-FF4626FF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91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B242-F798-AEC6-6EE9-38EC3D9EE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E7E28-79C6-1C61-CCD9-77519490C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E625-3101-98DE-3959-A4A573875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F900D-461D-D04E-6806-C9481148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6C6EA-F5CA-3B81-A412-9CE19A16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21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9ABF-FF41-25DF-44E5-E3ED0624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8554-40DE-7010-9E39-D55337758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56B1A-2215-ED5B-50A8-930EF50FE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EC1B1-8200-C7CE-05BE-4797603B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10A6A-8D9D-D09C-F9FA-4ACE60A72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16EB6-32B1-5927-990E-4B89957A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522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24D4-F00C-8462-C6C9-4C9AB5EB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259D2-FD90-8E22-DB7E-7063A4F1E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ECE43-0651-40C0-38F1-C81E9E11C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ABB48-C898-AE48-289D-9C11A09D4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BA71C-9868-F9B5-42B9-49F2FB27F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76A1E-DB61-2D0D-7342-5F638BDA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54B56-CE4B-B63B-10EE-8430A9B3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1F0C2-13CC-E3C2-7557-D60925DF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47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466C-16AF-FCCF-8ECF-C544E459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457C5-8CC3-BEA2-C8C0-DFA2F594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0B01B-3EC3-2C9C-69B8-F5D7278B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7F6C3-553C-DDCE-E227-792564D7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21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813F5-0969-CBA4-E375-EDAC65D1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B686F-09AE-C916-AEEC-D95F841E9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B5FE0-B150-18FE-F13C-A1D0FB07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27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5EBC-93AA-7091-1CE4-FD84D9741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6C1FF-DF2E-44FD-6F60-B48993C6D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CF692-4BDC-DF31-BA85-8B1EE3D4B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E3BF-2EB2-785A-D9F5-16C54159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0C2E9-63F6-4287-35F5-585231B7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FF834-A70E-065C-B7FA-3C93FA48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88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5A26-281D-83A2-A992-456DDB57D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C5EB7-5236-A639-5F25-A0ADEAD9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D0D6F-A5AC-B4D4-0CF3-9F4ED56A3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B037A-4FCF-8822-370D-9EBE47CD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4BE9D-812A-8BBC-5A6F-34109C05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2BBD1-3935-CF87-BD8D-8A6005AAB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391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F419-1E47-D753-1307-52D23E55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CA222-2B9C-5F39-21D5-48FA038BD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736AB-C7D1-FD0B-CE73-2DF5E7F7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EBA9A-6B48-4D69-01DD-3400CEDD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A79BF-F3EB-9A85-F995-869CDF77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96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5D037-995E-0929-A201-9B83E1C50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42331-341D-BF79-4F8E-692E2F7D4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1E56C-FBD3-E955-1F05-9542C247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84446-167F-9D1B-CE38-2B60258F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B28EE-9476-B8F0-B7DE-CA775012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75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A22AA-87FB-F760-EE39-3F820BEB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FB548-A738-41BC-CFA7-8026C955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2EEE0-AAB8-AD7C-85B8-8615646FA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EAAC9-B64C-494E-B6CE-568147E218C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D8217-99D4-F02E-731A-33926103A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C08E2-68E2-A9E1-42F1-5D6067732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7853A-3058-4140-A9B2-4618BE7A80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9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377CB-E398-0CCD-DD7B-369F548A9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1" y="921715"/>
            <a:ext cx="10889588" cy="2082741"/>
          </a:xfrm>
        </p:spPr>
        <p:txBody>
          <a:bodyPr anchor="b">
            <a:normAutofit/>
          </a:bodyPr>
          <a:lstStyle/>
          <a:p>
            <a:pPr algn="l"/>
            <a:r>
              <a:rPr lang="en-US" sz="4000" b="1" dirty="0"/>
              <a:t>Research on Cognitive Requirement Engineering for the Next Generation of Ethical Artificial Intelligence Systems</a:t>
            </a:r>
            <a:endParaRPr lang="en-GB" sz="4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3EC55-B9C3-660C-EE08-021168AF3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Autofit/>
          </a:bodyPr>
          <a:lstStyle/>
          <a:p>
            <a:pPr algn="l"/>
            <a:r>
              <a:rPr lang="en-GB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SABAHAT SIDDIQUE</a:t>
            </a:r>
          </a:p>
          <a:p>
            <a:pPr algn="l"/>
            <a:r>
              <a:rPr lang="en-GB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M24F0023AI003</a:t>
            </a:r>
          </a:p>
          <a:p>
            <a:pPr algn="l"/>
            <a:r>
              <a:rPr lang="en-GB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MUSADAQ MASNOOR</a:t>
            </a:r>
          </a:p>
          <a:p>
            <a:pPr algn="l"/>
            <a:r>
              <a:rPr lang="en-GB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CO-SUPERVISOR: DR. MAQBOOL KHAN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77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CCDA-3D2A-E098-FBC5-D3ECA00E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98FA8-395E-A5F5-24EB-2AC7A96D5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face ethical issues such as fairness, accountability, transparency, and privacy during development.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Requirement Engineering (RE) does not define measurable ethical requirements.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proposes an AI-assisted RE framework to embed and validate ethical requirements across the RE lifecycle.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7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61513-5BE0-7B48-0660-15C8EEED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8565E-F16C-F0CB-8D58-02E0D98D3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process for embedding ethics into RE.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measurable ethical requirement templates.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Ontology-based ethical requirement modeling.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principles operationalization.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E-LENS framework linking ethics with evidence.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Roadmap for integrating Responsible AI into SE.</a:t>
            </a:r>
          </a:p>
          <a:p>
            <a:pPr marL="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existing framework provides measurable, dataset-driven, AI-assisted ethical validation integrated into the full RE lifecycle.</a:t>
            </a:r>
          </a:p>
        </p:txBody>
      </p:sp>
    </p:spTree>
    <p:extLst>
      <p:ext uri="{BB962C8B-B14F-4D97-AF65-F5344CB8AC3E}">
        <p14:creationId xmlns:p14="http://schemas.microsoft.com/office/powerpoint/2010/main" val="135824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8D707-98D3-5E4B-0204-F3A194C67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Problem Statement &amp; Research Gap</a:t>
            </a:r>
            <a:br>
              <a:rPr lang="en-US" sz="4000" b="1">
                <a:solidFill>
                  <a:srgbClr val="FFFFFF"/>
                </a:solidFill>
              </a:rPr>
            </a:b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F6D21-931A-E54F-8987-444E8558F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requirements in AI systems are often: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and informal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measurable or testable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validated during development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traceable across datasets and models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result in biased, opaque, and untrustworthy AI systems.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 (e.g., Ferrario et al., ):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mostly conceptual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quantitative metrics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provide tool-based validation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cover the full RE lifecycle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94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8833A-DE5A-88ED-CF18-767A6DB2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B39AA-C00F-3FC4-4226-956BB62E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AI-specific Requirement Engineering framework that integrates ethical requirements: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validation tool to measure, validate, and trace ethical requirements.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4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9A1E7-48D1-85F4-BC89-3B2AB73F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9A7B0-C744-6A45-7153-D82668D65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 Income Dataset (Fairness testing)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 Credit Dataset (Fairness + Transparency)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COMPAS Recidivism Dataset (Accountability assessment)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Marketing Dataset (Bias detection)</a:t>
            </a:r>
          </a:p>
          <a:p>
            <a:pPr marL="0" indent="0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missing values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features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into train/test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sensitive attributes (Gender, Race, Age, Marital Status)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validate ethical requirements such as fairness, transparency, and accountability.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04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2DD2A-ACE2-1D95-6181-837B08C5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RE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8DDC-8C59-6020-07A1-057CFB5C1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Elicitation: Identify ethical requirements from guidelines, regulations, and literature.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Bias detection + metric selection (Fairness, Transparency, Privacy).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Specification: Store ethical requirements in structured templates.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ML + AIF360/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Fairlearn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/SHAP test model’s ethical compliance.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 Traceability links between requirements to datasets and models.</a:t>
            </a:r>
          </a:p>
        </p:txBody>
      </p:sp>
    </p:spTree>
    <p:extLst>
      <p:ext uri="{BB962C8B-B14F-4D97-AF65-F5344CB8AC3E}">
        <p14:creationId xmlns:p14="http://schemas.microsoft.com/office/powerpoint/2010/main" val="596155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61985-49ED-83F0-37BB-2550FCF7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FA62-74AB-761B-2261-BE8DE1478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Js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 + FastAPI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ethical requirements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Auto-generate metrics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fairness, transparency, privacy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compliance reports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 through RE lifecycle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84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99EF1-7CFE-DD14-2423-E4E672DD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Expected Outcomes &amp;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89ED-7ACF-8C94-BA74-64B88859E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Ethical Requirement Engineering framework for AI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and testable ethical requirements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working prototype for ethical validation and traceability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Academic: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Bridges Ethical AI and Requirement Engineering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Practical: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Helps detect ethical issues before deployment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Societal: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Supports trustworthy and responsible AI systems</a:t>
            </a:r>
          </a:p>
          <a:p>
            <a:endParaRPr 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08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480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Research on Cognitive Requirement Engineering for the Next Generation of Ethical Artificial Intelligence Systems</vt:lpstr>
      <vt:lpstr>Introduction</vt:lpstr>
      <vt:lpstr>Literature Review Summary</vt:lpstr>
      <vt:lpstr>Problem Statement &amp; Research Gap </vt:lpstr>
      <vt:lpstr>Objectives </vt:lpstr>
      <vt:lpstr>Dataset Collection &amp; Preparation</vt:lpstr>
      <vt:lpstr>Methodology &amp; RE Lifecycle</vt:lpstr>
      <vt:lpstr>Web-based Tool</vt:lpstr>
      <vt:lpstr>Expected Outcomes &amp;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Sabahat Siddique</dc:creator>
  <cp:lastModifiedBy>Sabahat Siddique</cp:lastModifiedBy>
  <cp:revision>7</cp:revision>
  <dcterms:created xsi:type="dcterms:W3CDTF">2025-12-01T19:09:02Z</dcterms:created>
  <dcterms:modified xsi:type="dcterms:W3CDTF">2026-01-14T23:37:03Z</dcterms:modified>
</cp:coreProperties>
</file>