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3" r:id="rId3"/>
    <p:sldId id="260" r:id="rId4"/>
    <p:sldId id="268" r:id="rId5"/>
    <p:sldId id="267" r:id="rId6"/>
    <p:sldId id="266" r:id="rId7"/>
    <p:sldId id="261" r:id="rId8"/>
    <p:sldId id="262" r:id="rId9"/>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42846B-A5A3-4A97-A68B-8E456EBB120D}" v="28" dt="2025-05-02T12:16:27.15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inimized">
    <p:restoredLeft sz="0" autoAdjust="0"/>
    <p:restoredTop sz="95033" autoAdjust="0"/>
  </p:normalViewPr>
  <p:slideViewPr>
    <p:cSldViewPr snapToGrid="0">
      <p:cViewPr varScale="1">
        <p:scale>
          <a:sx n="60" d="100"/>
          <a:sy n="60" d="100"/>
        </p:scale>
        <p:origin x="126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307FF-7399-0327-C081-4A0AD55D71E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PK"/>
          </a:p>
        </p:txBody>
      </p:sp>
      <p:sp>
        <p:nvSpPr>
          <p:cNvPr id="3" name="Subtitle 2">
            <a:extLst>
              <a:ext uri="{FF2B5EF4-FFF2-40B4-BE49-F238E27FC236}">
                <a16:creationId xmlns:a16="http://schemas.microsoft.com/office/drawing/2014/main" id="{6A9B8A38-276A-C231-009D-0A6D8952AA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PK"/>
          </a:p>
        </p:txBody>
      </p:sp>
      <p:sp>
        <p:nvSpPr>
          <p:cNvPr id="4" name="Date Placeholder 3">
            <a:extLst>
              <a:ext uri="{FF2B5EF4-FFF2-40B4-BE49-F238E27FC236}">
                <a16:creationId xmlns:a16="http://schemas.microsoft.com/office/drawing/2014/main" id="{7EF0AB23-13FA-E0C3-2C7A-D71F81C7A88E}"/>
              </a:ext>
            </a:extLst>
          </p:cNvPr>
          <p:cNvSpPr>
            <a:spLocks noGrp="1"/>
          </p:cNvSpPr>
          <p:nvPr>
            <p:ph type="dt" sz="half" idx="10"/>
          </p:nvPr>
        </p:nvSpPr>
        <p:spPr/>
        <p:txBody>
          <a:bodyPr/>
          <a:lstStyle/>
          <a:p>
            <a:fld id="{92109803-4A1B-49EE-8FE1-3F8EAA96E60A}" type="datetimeFigureOut">
              <a:rPr lang="en-PK" smtClean="0"/>
              <a:t>01/27/2026</a:t>
            </a:fld>
            <a:endParaRPr lang="en-PK"/>
          </a:p>
        </p:txBody>
      </p:sp>
      <p:sp>
        <p:nvSpPr>
          <p:cNvPr id="5" name="Footer Placeholder 4">
            <a:extLst>
              <a:ext uri="{FF2B5EF4-FFF2-40B4-BE49-F238E27FC236}">
                <a16:creationId xmlns:a16="http://schemas.microsoft.com/office/drawing/2014/main" id="{FA23DB61-8AC7-3E3E-0C65-5616968F3446}"/>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B9443C46-F681-19B4-FA19-BC52956E8E62}"/>
              </a:ext>
            </a:extLst>
          </p:cNvPr>
          <p:cNvSpPr>
            <a:spLocks noGrp="1"/>
          </p:cNvSpPr>
          <p:nvPr>
            <p:ph type="sldNum" sz="quarter" idx="12"/>
          </p:nvPr>
        </p:nvSpPr>
        <p:spPr/>
        <p:txBody>
          <a:bodyPr/>
          <a:lstStyle/>
          <a:p>
            <a:fld id="{DFAE7571-6C3F-4394-9470-E18836321F35}" type="slidenum">
              <a:rPr lang="en-PK" smtClean="0"/>
              <a:t>‹#›</a:t>
            </a:fld>
            <a:endParaRPr lang="en-PK"/>
          </a:p>
        </p:txBody>
      </p:sp>
    </p:spTree>
    <p:extLst>
      <p:ext uri="{BB962C8B-B14F-4D97-AF65-F5344CB8AC3E}">
        <p14:creationId xmlns:p14="http://schemas.microsoft.com/office/powerpoint/2010/main" val="12832161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F60B3-EECC-AC0A-C2F9-75FB2E576966}"/>
              </a:ext>
            </a:extLst>
          </p:cNvPr>
          <p:cNvSpPr>
            <a:spLocks noGrp="1"/>
          </p:cNvSpPr>
          <p:nvPr>
            <p:ph type="title"/>
          </p:nvPr>
        </p:nvSpPr>
        <p:spPr/>
        <p:txBody>
          <a:bodyPr/>
          <a:lstStyle/>
          <a:p>
            <a:r>
              <a:rPr lang="en-GB"/>
              <a:t>Click to edit Master title style</a:t>
            </a:r>
            <a:endParaRPr lang="en-PK"/>
          </a:p>
        </p:txBody>
      </p:sp>
      <p:sp>
        <p:nvSpPr>
          <p:cNvPr id="3" name="Content Placeholder 2">
            <a:extLst>
              <a:ext uri="{FF2B5EF4-FFF2-40B4-BE49-F238E27FC236}">
                <a16:creationId xmlns:a16="http://schemas.microsoft.com/office/drawing/2014/main" id="{37053CF5-43BD-7119-D812-66CB7C47CED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90162FBB-5F3C-7488-E5B1-77F3EC2FB837}"/>
              </a:ext>
            </a:extLst>
          </p:cNvPr>
          <p:cNvSpPr>
            <a:spLocks noGrp="1"/>
          </p:cNvSpPr>
          <p:nvPr>
            <p:ph type="dt" sz="half" idx="10"/>
          </p:nvPr>
        </p:nvSpPr>
        <p:spPr/>
        <p:txBody>
          <a:bodyPr/>
          <a:lstStyle/>
          <a:p>
            <a:fld id="{92109803-4A1B-49EE-8FE1-3F8EAA96E60A}" type="datetimeFigureOut">
              <a:rPr lang="en-PK" smtClean="0"/>
              <a:t>01/27/2026</a:t>
            </a:fld>
            <a:endParaRPr lang="en-PK"/>
          </a:p>
        </p:txBody>
      </p:sp>
      <p:sp>
        <p:nvSpPr>
          <p:cNvPr id="5" name="Footer Placeholder 4">
            <a:extLst>
              <a:ext uri="{FF2B5EF4-FFF2-40B4-BE49-F238E27FC236}">
                <a16:creationId xmlns:a16="http://schemas.microsoft.com/office/drawing/2014/main" id="{ABBF5DA7-EF20-328C-E703-6343DACB388A}"/>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D7050720-1E1B-8278-EDAE-BB8F4FE53D85}"/>
              </a:ext>
            </a:extLst>
          </p:cNvPr>
          <p:cNvSpPr>
            <a:spLocks noGrp="1"/>
          </p:cNvSpPr>
          <p:nvPr>
            <p:ph type="sldNum" sz="quarter" idx="12"/>
          </p:nvPr>
        </p:nvSpPr>
        <p:spPr/>
        <p:txBody>
          <a:bodyPr/>
          <a:lstStyle/>
          <a:p>
            <a:fld id="{DFAE7571-6C3F-4394-9470-E18836321F35}" type="slidenum">
              <a:rPr lang="en-PK" smtClean="0"/>
              <a:t>‹#›</a:t>
            </a:fld>
            <a:endParaRPr lang="en-PK"/>
          </a:p>
        </p:txBody>
      </p:sp>
    </p:spTree>
    <p:extLst>
      <p:ext uri="{BB962C8B-B14F-4D97-AF65-F5344CB8AC3E}">
        <p14:creationId xmlns:p14="http://schemas.microsoft.com/office/powerpoint/2010/main" val="23142483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FC4D05-5ECB-4AE5-06EC-C898EE2405D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PK"/>
          </a:p>
        </p:txBody>
      </p:sp>
      <p:sp>
        <p:nvSpPr>
          <p:cNvPr id="3" name="Text Placeholder 2">
            <a:extLst>
              <a:ext uri="{FF2B5EF4-FFF2-40B4-BE49-F238E27FC236}">
                <a16:creationId xmlns:a16="http://schemas.microsoft.com/office/drawing/2014/main" id="{9A5F9484-D18B-D798-C91A-7D68D282D28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8E98214-B427-65EB-B8EE-62E423025BAE}"/>
              </a:ext>
            </a:extLst>
          </p:cNvPr>
          <p:cNvSpPr>
            <a:spLocks noGrp="1"/>
          </p:cNvSpPr>
          <p:nvPr>
            <p:ph type="dt" sz="half" idx="10"/>
          </p:nvPr>
        </p:nvSpPr>
        <p:spPr/>
        <p:txBody>
          <a:bodyPr/>
          <a:lstStyle/>
          <a:p>
            <a:fld id="{92109803-4A1B-49EE-8FE1-3F8EAA96E60A}" type="datetimeFigureOut">
              <a:rPr lang="en-PK" smtClean="0"/>
              <a:t>01/27/2026</a:t>
            </a:fld>
            <a:endParaRPr lang="en-PK"/>
          </a:p>
        </p:txBody>
      </p:sp>
      <p:sp>
        <p:nvSpPr>
          <p:cNvPr id="5" name="Footer Placeholder 4">
            <a:extLst>
              <a:ext uri="{FF2B5EF4-FFF2-40B4-BE49-F238E27FC236}">
                <a16:creationId xmlns:a16="http://schemas.microsoft.com/office/drawing/2014/main" id="{D794B271-6B02-262F-7401-75ACEC0EB00B}"/>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90C1195C-3F1F-0364-18C3-0A58A6A17388}"/>
              </a:ext>
            </a:extLst>
          </p:cNvPr>
          <p:cNvSpPr>
            <a:spLocks noGrp="1"/>
          </p:cNvSpPr>
          <p:nvPr>
            <p:ph type="sldNum" sz="quarter" idx="12"/>
          </p:nvPr>
        </p:nvSpPr>
        <p:spPr/>
        <p:txBody>
          <a:bodyPr/>
          <a:lstStyle/>
          <a:p>
            <a:fld id="{DFAE7571-6C3F-4394-9470-E18836321F35}" type="slidenum">
              <a:rPr lang="en-PK" smtClean="0"/>
              <a:t>‹#›</a:t>
            </a:fld>
            <a:endParaRPr lang="en-PK"/>
          </a:p>
        </p:txBody>
      </p:sp>
    </p:spTree>
    <p:extLst>
      <p:ext uri="{BB962C8B-B14F-4D97-AF65-F5344CB8AC3E}">
        <p14:creationId xmlns:p14="http://schemas.microsoft.com/office/powerpoint/2010/main" val="1880357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B1084-73BE-45D3-4602-DF6D078FC5FF}"/>
              </a:ext>
            </a:extLst>
          </p:cNvPr>
          <p:cNvSpPr>
            <a:spLocks noGrp="1"/>
          </p:cNvSpPr>
          <p:nvPr>
            <p:ph type="title"/>
          </p:nvPr>
        </p:nvSpPr>
        <p:spPr/>
        <p:txBody>
          <a:bodyPr/>
          <a:lstStyle/>
          <a:p>
            <a:r>
              <a:rPr lang="en-GB"/>
              <a:t>Click to edit Master title style</a:t>
            </a:r>
            <a:endParaRPr lang="en-PK"/>
          </a:p>
        </p:txBody>
      </p:sp>
      <p:sp>
        <p:nvSpPr>
          <p:cNvPr id="3" name="Content Placeholder 2">
            <a:extLst>
              <a:ext uri="{FF2B5EF4-FFF2-40B4-BE49-F238E27FC236}">
                <a16:creationId xmlns:a16="http://schemas.microsoft.com/office/drawing/2014/main" id="{C0257667-C396-E6D1-08D1-10E4CE4464F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Content Placeholder 3">
            <a:extLst>
              <a:ext uri="{FF2B5EF4-FFF2-40B4-BE49-F238E27FC236}">
                <a16:creationId xmlns:a16="http://schemas.microsoft.com/office/drawing/2014/main" id="{222D126B-9D0E-C325-1BD1-497EB25941C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5" name="Date Placeholder 4">
            <a:extLst>
              <a:ext uri="{FF2B5EF4-FFF2-40B4-BE49-F238E27FC236}">
                <a16:creationId xmlns:a16="http://schemas.microsoft.com/office/drawing/2014/main" id="{59137160-E2F8-E8C0-E617-2CAE4359028D}"/>
              </a:ext>
            </a:extLst>
          </p:cNvPr>
          <p:cNvSpPr>
            <a:spLocks noGrp="1"/>
          </p:cNvSpPr>
          <p:nvPr>
            <p:ph type="dt" sz="half" idx="10"/>
          </p:nvPr>
        </p:nvSpPr>
        <p:spPr/>
        <p:txBody>
          <a:bodyPr/>
          <a:lstStyle/>
          <a:p>
            <a:fld id="{92109803-4A1B-49EE-8FE1-3F8EAA96E60A}" type="datetimeFigureOut">
              <a:rPr lang="en-PK" smtClean="0"/>
              <a:t>01/27/2026</a:t>
            </a:fld>
            <a:endParaRPr lang="en-PK"/>
          </a:p>
        </p:txBody>
      </p:sp>
      <p:sp>
        <p:nvSpPr>
          <p:cNvPr id="6" name="Footer Placeholder 5">
            <a:extLst>
              <a:ext uri="{FF2B5EF4-FFF2-40B4-BE49-F238E27FC236}">
                <a16:creationId xmlns:a16="http://schemas.microsoft.com/office/drawing/2014/main" id="{F1BB2750-AF6D-252D-9D9A-461C36AD28C3}"/>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F7330F72-74EE-67C7-47A1-618F5D00E935}"/>
              </a:ext>
            </a:extLst>
          </p:cNvPr>
          <p:cNvSpPr>
            <a:spLocks noGrp="1"/>
          </p:cNvSpPr>
          <p:nvPr>
            <p:ph type="sldNum" sz="quarter" idx="12"/>
          </p:nvPr>
        </p:nvSpPr>
        <p:spPr/>
        <p:txBody>
          <a:bodyPr/>
          <a:lstStyle/>
          <a:p>
            <a:fld id="{DFAE7571-6C3F-4394-9470-E18836321F35}" type="slidenum">
              <a:rPr lang="en-PK" smtClean="0"/>
              <a:t>‹#›</a:t>
            </a:fld>
            <a:endParaRPr lang="en-PK"/>
          </a:p>
        </p:txBody>
      </p:sp>
    </p:spTree>
    <p:extLst>
      <p:ext uri="{BB962C8B-B14F-4D97-AF65-F5344CB8AC3E}">
        <p14:creationId xmlns:p14="http://schemas.microsoft.com/office/powerpoint/2010/main" val="25636111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D9753-0BA1-E69A-BE40-A3805984C4D7}"/>
              </a:ext>
            </a:extLst>
          </p:cNvPr>
          <p:cNvSpPr>
            <a:spLocks noGrp="1"/>
          </p:cNvSpPr>
          <p:nvPr>
            <p:ph type="title"/>
          </p:nvPr>
        </p:nvSpPr>
        <p:spPr>
          <a:xfrm>
            <a:off x="839788" y="365125"/>
            <a:ext cx="10515600" cy="1325563"/>
          </a:xfrm>
        </p:spPr>
        <p:txBody>
          <a:bodyPr/>
          <a:lstStyle/>
          <a:p>
            <a:r>
              <a:rPr lang="en-GB"/>
              <a:t>Click to edit Master title style</a:t>
            </a:r>
            <a:endParaRPr lang="en-PK"/>
          </a:p>
        </p:txBody>
      </p:sp>
      <p:sp>
        <p:nvSpPr>
          <p:cNvPr id="3" name="Text Placeholder 2">
            <a:extLst>
              <a:ext uri="{FF2B5EF4-FFF2-40B4-BE49-F238E27FC236}">
                <a16:creationId xmlns:a16="http://schemas.microsoft.com/office/drawing/2014/main" id="{BCFC7485-A1C2-77E5-F104-30E71BF21DB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DAEC35D-E9EC-95F4-7472-07BF1B5A593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5" name="Text Placeholder 4">
            <a:extLst>
              <a:ext uri="{FF2B5EF4-FFF2-40B4-BE49-F238E27FC236}">
                <a16:creationId xmlns:a16="http://schemas.microsoft.com/office/drawing/2014/main" id="{1F15686B-1561-4001-2195-C6A5872DE4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1773E1B7-C369-5B6D-ACD4-CB85D14C3E7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7" name="Date Placeholder 6">
            <a:extLst>
              <a:ext uri="{FF2B5EF4-FFF2-40B4-BE49-F238E27FC236}">
                <a16:creationId xmlns:a16="http://schemas.microsoft.com/office/drawing/2014/main" id="{6FDB655A-E813-AA19-9408-75375A305839}"/>
              </a:ext>
            </a:extLst>
          </p:cNvPr>
          <p:cNvSpPr>
            <a:spLocks noGrp="1"/>
          </p:cNvSpPr>
          <p:nvPr>
            <p:ph type="dt" sz="half" idx="10"/>
          </p:nvPr>
        </p:nvSpPr>
        <p:spPr/>
        <p:txBody>
          <a:bodyPr/>
          <a:lstStyle/>
          <a:p>
            <a:fld id="{92109803-4A1B-49EE-8FE1-3F8EAA96E60A}" type="datetimeFigureOut">
              <a:rPr lang="en-PK" smtClean="0"/>
              <a:t>01/27/2026</a:t>
            </a:fld>
            <a:endParaRPr lang="en-PK"/>
          </a:p>
        </p:txBody>
      </p:sp>
      <p:sp>
        <p:nvSpPr>
          <p:cNvPr id="8" name="Footer Placeholder 7">
            <a:extLst>
              <a:ext uri="{FF2B5EF4-FFF2-40B4-BE49-F238E27FC236}">
                <a16:creationId xmlns:a16="http://schemas.microsoft.com/office/drawing/2014/main" id="{17E1DC7A-B4B2-8A65-35AC-3C711BA565CD}"/>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A6C3620E-607A-3CA8-53CF-E3FAA4E9A405}"/>
              </a:ext>
            </a:extLst>
          </p:cNvPr>
          <p:cNvSpPr>
            <a:spLocks noGrp="1"/>
          </p:cNvSpPr>
          <p:nvPr>
            <p:ph type="sldNum" sz="quarter" idx="12"/>
          </p:nvPr>
        </p:nvSpPr>
        <p:spPr/>
        <p:txBody>
          <a:bodyPr/>
          <a:lstStyle/>
          <a:p>
            <a:fld id="{DFAE7571-6C3F-4394-9470-E18836321F35}" type="slidenum">
              <a:rPr lang="en-PK" smtClean="0"/>
              <a:t>‹#›</a:t>
            </a:fld>
            <a:endParaRPr lang="en-PK"/>
          </a:p>
        </p:txBody>
      </p:sp>
    </p:spTree>
    <p:extLst>
      <p:ext uri="{BB962C8B-B14F-4D97-AF65-F5344CB8AC3E}">
        <p14:creationId xmlns:p14="http://schemas.microsoft.com/office/powerpoint/2010/main" val="1681696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72AFCD-4EE3-9D03-4ECD-1E3E62FF534F}"/>
              </a:ext>
            </a:extLst>
          </p:cNvPr>
          <p:cNvSpPr>
            <a:spLocks noGrp="1"/>
          </p:cNvSpPr>
          <p:nvPr>
            <p:ph type="title"/>
          </p:nvPr>
        </p:nvSpPr>
        <p:spPr/>
        <p:txBody>
          <a:bodyPr/>
          <a:lstStyle/>
          <a:p>
            <a:r>
              <a:rPr lang="en-GB"/>
              <a:t>Click to edit Master title style</a:t>
            </a:r>
            <a:endParaRPr lang="en-PK"/>
          </a:p>
        </p:txBody>
      </p:sp>
      <p:sp>
        <p:nvSpPr>
          <p:cNvPr id="3" name="Date Placeholder 2">
            <a:extLst>
              <a:ext uri="{FF2B5EF4-FFF2-40B4-BE49-F238E27FC236}">
                <a16:creationId xmlns:a16="http://schemas.microsoft.com/office/drawing/2014/main" id="{7EACB98F-6608-2441-A1D4-7ED65583EA9E}"/>
              </a:ext>
            </a:extLst>
          </p:cNvPr>
          <p:cNvSpPr>
            <a:spLocks noGrp="1"/>
          </p:cNvSpPr>
          <p:nvPr>
            <p:ph type="dt" sz="half" idx="10"/>
          </p:nvPr>
        </p:nvSpPr>
        <p:spPr/>
        <p:txBody>
          <a:bodyPr/>
          <a:lstStyle/>
          <a:p>
            <a:fld id="{92109803-4A1B-49EE-8FE1-3F8EAA96E60A}" type="datetimeFigureOut">
              <a:rPr lang="en-PK" smtClean="0"/>
              <a:t>01/27/2026</a:t>
            </a:fld>
            <a:endParaRPr lang="en-PK"/>
          </a:p>
        </p:txBody>
      </p:sp>
      <p:sp>
        <p:nvSpPr>
          <p:cNvPr id="4" name="Footer Placeholder 3">
            <a:extLst>
              <a:ext uri="{FF2B5EF4-FFF2-40B4-BE49-F238E27FC236}">
                <a16:creationId xmlns:a16="http://schemas.microsoft.com/office/drawing/2014/main" id="{C67BAF5B-50E5-B1B6-5E98-546A5AF0A2FD}"/>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D9A67A7D-6D39-F226-9070-CFA4EFE47F92}"/>
              </a:ext>
            </a:extLst>
          </p:cNvPr>
          <p:cNvSpPr>
            <a:spLocks noGrp="1"/>
          </p:cNvSpPr>
          <p:nvPr>
            <p:ph type="sldNum" sz="quarter" idx="12"/>
          </p:nvPr>
        </p:nvSpPr>
        <p:spPr/>
        <p:txBody>
          <a:bodyPr/>
          <a:lstStyle/>
          <a:p>
            <a:fld id="{DFAE7571-6C3F-4394-9470-E18836321F35}" type="slidenum">
              <a:rPr lang="en-PK" smtClean="0"/>
              <a:t>‹#›</a:t>
            </a:fld>
            <a:endParaRPr lang="en-PK"/>
          </a:p>
        </p:txBody>
      </p:sp>
    </p:spTree>
    <p:extLst>
      <p:ext uri="{BB962C8B-B14F-4D97-AF65-F5344CB8AC3E}">
        <p14:creationId xmlns:p14="http://schemas.microsoft.com/office/powerpoint/2010/main" val="37443352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E936D6-D691-B94D-D6F4-A1765F3E99E0}"/>
              </a:ext>
            </a:extLst>
          </p:cNvPr>
          <p:cNvSpPr>
            <a:spLocks noGrp="1"/>
          </p:cNvSpPr>
          <p:nvPr>
            <p:ph type="dt" sz="half" idx="10"/>
          </p:nvPr>
        </p:nvSpPr>
        <p:spPr/>
        <p:txBody>
          <a:bodyPr/>
          <a:lstStyle/>
          <a:p>
            <a:fld id="{92109803-4A1B-49EE-8FE1-3F8EAA96E60A}" type="datetimeFigureOut">
              <a:rPr lang="en-PK" smtClean="0"/>
              <a:t>01/27/2026</a:t>
            </a:fld>
            <a:endParaRPr lang="en-PK"/>
          </a:p>
        </p:txBody>
      </p:sp>
      <p:sp>
        <p:nvSpPr>
          <p:cNvPr id="3" name="Footer Placeholder 2">
            <a:extLst>
              <a:ext uri="{FF2B5EF4-FFF2-40B4-BE49-F238E27FC236}">
                <a16:creationId xmlns:a16="http://schemas.microsoft.com/office/drawing/2014/main" id="{8E2131C5-4DD3-477D-BBA7-E3D90FE79320}"/>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5D8E5AC5-63D9-B134-0DA9-7CF54C3EC923}"/>
              </a:ext>
            </a:extLst>
          </p:cNvPr>
          <p:cNvSpPr>
            <a:spLocks noGrp="1"/>
          </p:cNvSpPr>
          <p:nvPr>
            <p:ph type="sldNum" sz="quarter" idx="12"/>
          </p:nvPr>
        </p:nvSpPr>
        <p:spPr/>
        <p:txBody>
          <a:bodyPr/>
          <a:lstStyle/>
          <a:p>
            <a:fld id="{DFAE7571-6C3F-4394-9470-E18836321F35}" type="slidenum">
              <a:rPr lang="en-PK" smtClean="0"/>
              <a:t>‹#›</a:t>
            </a:fld>
            <a:endParaRPr lang="en-PK"/>
          </a:p>
        </p:txBody>
      </p:sp>
    </p:spTree>
    <p:extLst>
      <p:ext uri="{BB962C8B-B14F-4D97-AF65-F5344CB8AC3E}">
        <p14:creationId xmlns:p14="http://schemas.microsoft.com/office/powerpoint/2010/main" val="34289723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8339F-4817-639C-F865-AF7A1ECFB53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PK"/>
          </a:p>
        </p:txBody>
      </p:sp>
      <p:sp>
        <p:nvSpPr>
          <p:cNvPr id="3" name="Content Placeholder 2">
            <a:extLst>
              <a:ext uri="{FF2B5EF4-FFF2-40B4-BE49-F238E27FC236}">
                <a16:creationId xmlns:a16="http://schemas.microsoft.com/office/drawing/2014/main" id="{5AF4CD65-43B5-B544-D9FE-AA314F8DDA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Text Placeholder 3">
            <a:extLst>
              <a:ext uri="{FF2B5EF4-FFF2-40B4-BE49-F238E27FC236}">
                <a16:creationId xmlns:a16="http://schemas.microsoft.com/office/drawing/2014/main" id="{338EE8E0-B703-BE4E-9F0C-551C03382A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D2B5988-6968-6C7F-7102-45E173EF0BAD}"/>
              </a:ext>
            </a:extLst>
          </p:cNvPr>
          <p:cNvSpPr>
            <a:spLocks noGrp="1"/>
          </p:cNvSpPr>
          <p:nvPr>
            <p:ph type="dt" sz="half" idx="10"/>
          </p:nvPr>
        </p:nvSpPr>
        <p:spPr/>
        <p:txBody>
          <a:bodyPr/>
          <a:lstStyle/>
          <a:p>
            <a:fld id="{92109803-4A1B-49EE-8FE1-3F8EAA96E60A}" type="datetimeFigureOut">
              <a:rPr lang="en-PK" smtClean="0"/>
              <a:t>01/27/2026</a:t>
            </a:fld>
            <a:endParaRPr lang="en-PK"/>
          </a:p>
        </p:txBody>
      </p:sp>
      <p:sp>
        <p:nvSpPr>
          <p:cNvPr id="6" name="Footer Placeholder 5">
            <a:extLst>
              <a:ext uri="{FF2B5EF4-FFF2-40B4-BE49-F238E27FC236}">
                <a16:creationId xmlns:a16="http://schemas.microsoft.com/office/drawing/2014/main" id="{CE8E7183-299F-AF94-72A9-A196765CB08D}"/>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9A63FF6C-F845-458E-2840-C753CC5789D8}"/>
              </a:ext>
            </a:extLst>
          </p:cNvPr>
          <p:cNvSpPr>
            <a:spLocks noGrp="1"/>
          </p:cNvSpPr>
          <p:nvPr>
            <p:ph type="sldNum" sz="quarter" idx="12"/>
          </p:nvPr>
        </p:nvSpPr>
        <p:spPr/>
        <p:txBody>
          <a:bodyPr/>
          <a:lstStyle/>
          <a:p>
            <a:fld id="{DFAE7571-6C3F-4394-9470-E18836321F35}" type="slidenum">
              <a:rPr lang="en-PK" smtClean="0"/>
              <a:t>‹#›</a:t>
            </a:fld>
            <a:endParaRPr lang="en-PK"/>
          </a:p>
        </p:txBody>
      </p:sp>
    </p:spTree>
    <p:extLst>
      <p:ext uri="{BB962C8B-B14F-4D97-AF65-F5344CB8AC3E}">
        <p14:creationId xmlns:p14="http://schemas.microsoft.com/office/powerpoint/2010/main" val="41949405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A1501-A6B2-70DE-52F7-2EDD57B63C8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PK"/>
          </a:p>
        </p:txBody>
      </p:sp>
      <p:sp>
        <p:nvSpPr>
          <p:cNvPr id="3" name="Picture Placeholder 2">
            <a:extLst>
              <a:ext uri="{FF2B5EF4-FFF2-40B4-BE49-F238E27FC236}">
                <a16:creationId xmlns:a16="http://schemas.microsoft.com/office/drawing/2014/main" id="{96411239-17FA-C873-4612-821D8E7D74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13CD66E5-5922-DFAA-D816-66B1DF5106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FA918F3-5322-3812-EED1-4A67861D2847}"/>
              </a:ext>
            </a:extLst>
          </p:cNvPr>
          <p:cNvSpPr>
            <a:spLocks noGrp="1"/>
          </p:cNvSpPr>
          <p:nvPr>
            <p:ph type="dt" sz="half" idx="10"/>
          </p:nvPr>
        </p:nvSpPr>
        <p:spPr/>
        <p:txBody>
          <a:bodyPr/>
          <a:lstStyle/>
          <a:p>
            <a:fld id="{92109803-4A1B-49EE-8FE1-3F8EAA96E60A}" type="datetimeFigureOut">
              <a:rPr lang="en-PK" smtClean="0"/>
              <a:t>01/27/2026</a:t>
            </a:fld>
            <a:endParaRPr lang="en-PK"/>
          </a:p>
        </p:txBody>
      </p:sp>
      <p:sp>
        <p:nvSpPr>
          <p:cNvPr id="6" name="Footer Placeholder 5">
            <a:extLst>
              <a:ext uri="{FF2B5EF4-FFF2-40B4-BE49-F238E27FC236}">
                <a16:creationId xmlns:a16="http://schemas.microsoft.com/office/drawing/2014/main" id="{DB0069F0-5969-AF76-9943-AE85B5FA914B}"/>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E544F318-8210-5681-1996-D1CFDC740D2E}"/>
              </a:ext>
            </a:extLst>
          </p:cNvPr>
          <p:cNvSpPr>
            <a:spLocks noGrp="1"/>
          </p:cNvSpPr>
          <p:nvPr>
            <p:ph type="sldNum" sz="quarter" idx="12"/>
          </p:nvPr>
        </p:nvSpPr>
        <p:spPr/>
        <p:txBody>
          <a:bodyPr/>
          <a:lstStyle/>
          <a:p>
            <a:fld id="{DFAE7571-6C3F-4394-9470-E18836321F35}" type="slidenum">
              <a:rPr lang="en-PK" smtClean="0"/>
              <a:t>‹#›</a:t>
            </a:fld>
            <a:endParaRPr lang="en-PK"/>
          </a:p>
        </p:txBody>
      </p:sp>
    </p:spTree>
    <p:extLst>
      <p:ext uri="{BB962C8B-B14F-4D97-AF65-F5344CB8AC3E}">
        <p14:creationId xmlns:p14="http://schemas.microsoft.com/office/powerpoint/2010/main" val="2907177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1E40B-572F-63EB-9C1B-F397B781635A}"/>
              </a:ext>
            </a:extLst>
          </p:cNvPr>
          <p:cNvSpPr>
            <a:spLocks noGrp="1"/>
          </p:cNvSpPr>
          <p:nvPr>
            <p:ph type="title"/>
          </p:nvPr>
        </p:nvSpPr>
        <p:spPr/>
        <p:txBody>
          <a:bodyPr/>
          <a:lstStyle/>
          <a:p>
            <a:r>
              <a:rPr lang="en-GB"/>
              <a:t>Click to edit Master title style</a:t>
            </a:r>
            <a:endParaRPr lang="en-PK"/>
          </a:p>
        </p:txBody>
      </p:sp>
      <p:sp>
        <p:nvSpPr>
          <p:cNvPr id="3" name="Vertical Text Placeholder 2">
            <a:extLst>
              <a:ext uri="{FF2B5EF4-FFF2-40B4-BE49-F238E27FC236}">
                <a16:creationId xmlns:a16="http://schemas.microsoft.com/office/drawing/2014/main" id="{C70A08F4-1A57-5446-4F08-303BCBD3675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87548A79-0BB8-CC55-BFA7-20D85B06413F}"/>
              </a:ext>
            </a:extLst>
          </p:cNvPr>
          <p:cNvSpPr>
            <a:spLocks noGrp="1"/>
          </p:cNvSpPr>
          <p:nvPr>
            <p:ph type="dt" sz="half" idx="10"/>
          </p:nvPr>
        </p:nvSpPr>
        <p:spPr/>
        <p:txBody>
          <a:bodyPr/>
          <a:lstStyle/>
          <a:p>
            <a:fld id="{92109803-4A1B-49EE-8FE1-3F8EAA96E60A}" type="datetimeFigureOut">
              <a:rPr lang="en-PK" smtClean="0"/>
              <a:t>01/27/2026</a:t>
            </a:fld>
            <a:endParaRPr lang="en-PK"/>
          </a:p>
        </p:txBody>
      </p:sp>
      <p:sp>
        <p:nvSpPr>
          <p:cNvPr id="5" name="Footer Placeholder 4">
            <a:extLst>
              <a:ext uri="{FF2B5EF4-FFF2-40B4-BE49-F238E27FC236}">
                <a16:creationId xmlns:a16="http://schemas.microsoft.com/office/drawing/2014/main" id="{7A186B8E-7911-FCD7-4E82-C5086D80DBEC}"/>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0C9168FB-B8E3-F113-D70A-19FBC4CABD6A}"/>
              </a:ext>
            </a:extLst>
          </p:cNvPr>
          <p:cNvSpPr>
            <a:spLocks noGrp="1"/>
          </p:cNvSpPr>
          <p:nvPr>
            <p:ph type="sldNum" sz="quarter" idx="12"/>
          </p:nvPr>
        </p:nvSpPr>
        <p:spPr/>
        <p:txBody>
          <a:bodyPr/>
          <a:lstStyle/>
          <a:p>
            <a:fld id="{DFAE7571-6C3F-4394-9470-E18836321F35}" type="slidenum">
              <a:rPr lang="en-PK" smtClean="0"/>
              <a:t>‹#›</a:t>
            </a:fld>
            <a:endParaRPr lang="en-PK"/>
          </a:p>
        </p:txBody>
      </p:sp>
    </p:spTree>
    <p:extLst>
      <p:ext uri="{BB962C8B-B14F-4D97-AF65-F5344CB8AC3E}">
        <p14:creationId xmlns:p14="http://schemas.microsoft.com/office/powerpoint/2010/main" val="35465853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BD89288-EEC6-8B43-D655-DB0F643E5B81}"/>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PK"/>
          </a:p>
        </p:txBody>
      </p:sp>
      <p:sp>
        <p:nvSpPr>
          <p:cNvPr id="3" name="Vertical Text Placeholder 2">
            <a:extLst>
              <a:ext uri="{FF2B5EF4-FFF2-40B4-BE49-F238E27FC236}">
                <a16:creationId xmlns:a16="http://schemas.microsoft.com/office/drawing/2014/main" id="{2573BBF7-F766-B13C-625F-91C7CCBB74E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121F53C2-3FF6-134B-40CC-677E8E4CEAB9}"/>
              </a:ext>
            </a:extLst>
          </p:cNvPr>
          <p:cNvSpPr>
            <a:spLocks noGrp="1"/>
          </p:cNvSpPr>
          <p:nvPr>
            <p:ph type="dt" sz="half" idx="10"/>
          </p:nvPr>
        </p:nvSpPr>
        <p:spPr/>
        <p:txBody>
          <a:bodyPr/>
          <a:lstStyle/>
          <a:p>
            <a:fld id="{92109803-4A1B-49EE-8FE1-3F8EAA96E60A}" type="datetimeFigureOut">
              <a:rPr lang="en-PK" smtClean="0"/>
              <a:t>01/27/2026</a:t>
            </a:fld>
            <a:endParaRPr lang="en-PK"/>
          </a:p>
        </p:txBody>
      </p:sp>
      <p:sp>
        <p:nvSpPr>
          <p:cNvPr id="5" name="Footer Placeholder 4">
            <a:extLst>
              <a:ext uri="{FF2B5EF4-FFF2-40B4-BE49-F238E27FC236}">
                <a16:creationId xmlns:a16="http://schemas.microsoft.com/office/drawing/2014/main" id="{6749337E-5D3D-B1D4-E938-1CAB2D7BC76D}"/>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6040F8EE-CA46-6B95-02D0-CCE909B6D640}"/>
              </a:ext>
            </a:extLst>
          </p:cNvPr>
          <p:cNvSpPr>
            <a:spLocks noGrp="1"/>
          </p:cNvSpPr>
          <p:nvPr>
            <p:ph type="sldNum" sz="quarter" idx="12"/>
          </p:nvPr>
        </p:nvSpPr>
        <p:spPr/>
        <p:txBody>
          <a:bodyPr/>
          <a:lstStyle/>
          <a:p>
            <a:fld id="{DFAE7571-6C3F-4394-9470-E18836321F35}" type="slidenum">
              <a:rPr lang="en-PK" smtClean="0"/>
              <a:t>‹#›</a:t>
            </a:fld>
            <a:endParaRPr lang="en-PK"/>
          </a:p>
        </p:txBody>
      </p:sp>
    </p:spTree>
    <p:extLst>
      <p:ext uri="{BB962C8B-B14F-4D97-AF65-F5344CB8AC3E}">
        <p14:creationId xmlns:p14="http://schemas.microsoft.com/office/powerpoint/2010/main" val="26791733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68B9A1-AE08-4CC5-52F2-3B692F3B68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PK"/>
          </a:p>
        </p:txBody>
      </p:sp>
      <p:sp>
        <p:nvSpPr>
          <p:cNvPr id="3" name="Text Placeholder 2">
            <a:extLst>
              <a:ext uri="{FF2B5EF4-FFF2-40B4-BE49-F238E27FC236}">
                <a16:creationId xmlns:a16="http://schemas.microsoft.com/office/drawing/2014/main" id="{F53896A5-CE18-12F8-A8E1-3C3FAA133A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8A0B4E4C-E675-D8C1-B2F8-450516E336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109803-4A1B-49EE-8FE1-3F8EAA96E60A}" type="datetimeFigureOut">
              <a:rPr lang="en-PK" smtClean="0"/>
              <a:t>01/27/2026</a:t>
            </a:fld>
            <a:endParaRPr lang="en-PK"/>
          </a:p>
        </p:txBody>
      </p:sp>
      <p:sp>
        <p:nvSpPr>
          <p:cNvPr id="5" name="Footer Placeholder 4">
            <a:extLst>
              <a:ext uri="{FF2B5EF4-FFF2-40B4-BE49-F238E27FC236}">
                <a16:creationId xmlns:a16="http://schemas.microsoft.com/office/drawing/2014/main" id="{2CA534D1-A84A-488E-2ABA-A261F2DE439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K"/>
          </a:p>
        </p:txBody>
      </p:sp>
      <p:sp>
        <p:nvSpPr>
          <p:cNvPr id="6" name="Slide Number Placeholder 5">
            <a:extLst>
              <a:ext uri="{FF2B5EF4-FFF2-40B4-BE49-F238E27FC236}">
                <a16:creationId xmlns:a16="http://schemas.microsoft.com/office/drawing/2014/main" id="{E56653D9-356D-B251-4622-02876BE129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AE7571-6C3F-4394-9470-E18836321F35}" type="slidenum">
              <a:rPr lang="en-PK" smtClean="0"/>
              <a:t>‹#›</a:t>
            </a:fld>
            <a:endParaRPr lang="en-PK"/>
          </a:p>
        </p:txBody>
      </p:sp>
    </p:spTree>
    <p:extLst>
      <p:ext uri="{BB962C8B-B14F-4D97-AF65-F5344CB8AC3E}">
        <p14:creationId xmlns:p14="http://schemas.microsoft.com/office/powerpoint/2010/main" val="32018956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5">
            <a:extLst>
              <a:ext uri="{FF2B5EF4-FFF2-40B4-BE49-F238E27FC236}">
                <a16:creationId xmlns:a16="http://schemas.microsoft.com/office/drawing/2014/main" id="{3ACD0E8B-8785-8DB1-A048-96AA2F0C7E99}"/>
              </a:ext>
            </a:extLst>
          </p:cNvPr>
          <p:cNvSpPr/>
          <p:nvPr/>
        </p:nvSpPr>
        <p:spPr>
          <a:xfrm>
            <a:off x="3294380" y="4324212"/>
            <a:ext cx="6530104" cy="1569660"/>
          </a:xfrm>
          <a:prstGeom prst="rect">
            <a:avLst/>
          </a:prstGeom>
          <a:solidFill>
            <a:srgbClr val="379ED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Barlow Condensed" panose="00000506000000000000" charset="0"/>
              <a:ea typeface="Barlow Condensed" panose="00000506000000000000" charset="0"/>
              <a:cs typeface="Barlow Condensed" panose="00000506000000000000" charset="0"/>
            </a:endParaRPr>
          </a:p>
        </p:txBody>
      </p:sp>
      <p:sp>
        <p:nvSpPr>
          <p:cNvPr id="6" name="文本框 6">
            <a:extLst>
              <a:ext uri="{FF2B5EF4-FFF2-40B4-BE49-F238E27FC236}">
                <a16:creationId xmlns:a16="http://schemas.microsoft.com/office/drawing/2014/main" id="{09F1A6F6-456B-2800-F422-0A15AAC897DF}"/>
              </a:ext>
            </a:extLst>
          </p:cNvPr>
          <p:cNvSpPr txBox="1"/>
          <p:nvPr/>
        </p:nvSpPr>
        <p:spPr>
          <a:xfrm>
            <a:off x="3551274" y="4405783"/>
            <a:ext cx="6176925" cy="1569660"/>
          </a:xfrm>
          <a:prstGeom prst="rect">
            <a:avLst/>
          </a:prstGeom>
          <a:noFill/>
          <a:effectLst/>
        </p:spPr>
        <p:txBody>
          <a:bodyPr wrap="square" rtlCol="0">
            <a:spAutoFit/>
          </a:bodyPr>
          <a:lstStyle/>
          <a:p>
            <a:r>
              <a:rPr lang="en-US" altLang="zh-CN" sz="2400" b="1" dirty="0">
                <a:solidFill>
                  <a:prstClr val="white"/>
                </a:solidFill>
                <a:latin typeface="Barlow Condensed" panose="00000506000000000000" charset="0"/>
                <a:ea typeface="Barlow Condensed" panose="00000506000000000000" charset="0"/>
                <a:cs typeface="Barlow Condensed" panose="00000506000000000000" charset="0"/>
              </a:rPr>
              <a:t>Student</a:t>
            </a:r>
            <a:r>
              <a:rPr lang="zh-CN" altLang="en-US" sz="2400" b="1" dirty="0">
                <a:solidFill>
                  <a:prstClr val="white"/>
                </a:solidFill>
                <a:latin typeface="Barlow Condensed" panose="00000506000000000000" charset="0"/>
                <a:ea typeface="Barlow Condensed" panose="00000506000000000000" charset="0"/>
                <a:cs typeface="Barlow Condensed" panose="00000506000000000000" charset="0"/>
              </a:rPr>
              <a:t>: </a:t>
            </a:r>
            <a:r>
              <a:rPr lang="en-GB" altLang="zh-CN" sz="2400" b="1" dirty="0">
                <a:solidFill>
                  <a:prstClr val="white"/>
                </a:solidFill>
                <a:latin typeface="Barlow Condensed" panose="00000506000000000000" charset="0"/>
                <a:ea typeface="Barlow Condensed" panose="00000506000000000000" charset="0"/>
                <a:cs typeface="Barlow Condensed" panose="00000506000000000000" charset="0"/>
              </a:rPr>
              <a:t>Sabahat Siddique   REG No# M24F0023AI003</a:t>
            </a:r>
            <a:r>
              <a:rPr lang="zh-CN" altLang="en-US" sz="2400" b="1" dirty="0">
                <a:solidFill>
                  <a:prstClr val="white"/>
                </a:solidFill>
                <a:latin typeface="Barlow Condensed" panose="00000506000000000000" charset="0"/>
                <a:ea typeface="Barlow Condensed" panose="00000506000000000000" charset="0"/>
                <a:cs typeface="Barlow Condensed" panose="00000506000000000000" charset="0"/>
              </a:rPr>
              <a:t> </a:t>
            </a:r>
            <a:endParaRPr lang="en-GB" altLang="zh-CN" sz="2400" b="1" dirty="0">
              <a:solidFill>
                <a:prstClr val="white"/>
              </a:solidFill>
              <a:latin typeface="Barlow Condensed" panose="00000506000000000000" charset="0"/>
              <a:ea typeface="Barlow Condensed" panose="00000506000000000000" charset="0"/>
              <a:cs typeface="Barlow Condensed" panose="00000506000000000000" charset="0"/>
            </a:endParaRPr>
          </a:p>
          <a:p>
            <a:r>
              <a:rPr lang="en-US" altLang="zh-CN" sz="2400" b="1" dirty="0">
                <a:solidFill>
                  <a:prstClr val="white"/>
                </a:solidFill>
                <a:latin typeface="Barlow Condensed" panose="00000506000000000000" charset="0"/>
                <a:ea typeface="Barlow Condensed" panose="00000506000000000000" charset="0"/>
                <a:cs typeface="Barlow Condensed" panose="00000506000000000000" charset="0"/>
              </a:rPr>
              <a:t>Supervisor</a:t>
            </a:r>
            <a:r>
              <a:rPr lang="zh-CN" altLang="en-US" sz="2400" b="1" dirty="0">
                <a:solidFill>
                  <a:prstClr val="white"/>
                </a:solidFill>
                <a:latin typeface="Barlow Condensed" panose="00000506000000000000" charset="0"/>
                <a:ea typeface="Barlow Condensed" panose="00000506000000000000" charset="0"/>
                <a:cs typeface="Barlow Condensed" panose="00000506000000000000" charset="0"/>
              </a:rPr>
              <a:t>:</a:t>
            </a:r>
            <a:r>
              <a:rPr lang="en-GB" altLang="zh-CN" sz="2400" b="1" dirty="0">
                <a:solidFill>
                  <a:prstClr val="white"/>
                </a:solidFill>
                <a:latin typeface="Barlow Condensed" panose="00000506000000000000" charset="0"/>
                <a:ea typeface="Barlow Condensed" panose="00000506000000000000" charset="0"/>
                <a:cs typeface="Barlow Condensed" panose="00000506000000000000" charset="0"/>
              </a:rPr>
              <a:t>Dr. Musadaq Mansoor</a:t>
            </a:r>
          </a:p>
          <a:p>
            <a:r>
              <a:rPr lang="en-GB" altLang="zh-CN" sz="2400" b="1" dirty="0">
                <a:solidFill>
                  <a:prstClr val="white"/>
                </a:solidFill>
                <a:latin typeface="Barlow Condensed" panose="00000506000000000000" charset="0"/>
                <a:ea typeface="Barlow Condensed" panose="00000506000000000000" charset="0"/>
                <a:cs typeface="Barlow Condensed" panose="00000506000000000000" charset="0"/>
              </a:rPr>
              <a:t>Co. Supervisor: Dr. Maqbool Khan</a:t>
            </a:r>
          </a:p>
          <a:p>
            <a:endParaRPr lang="zh-CN" altLang="en-US" sz="2400" b="1" dirty="0">
              <a:solidFill>
                <a:prstClr val="white"/>
              </a:solidFill>
              <a:latin typeface="Barlow Condensed" panose="00000506000000000000" charset="0"/>
              <a:ea typeface="Barlow Condensed" panose="00000506000000000000" charset="0"/>
              <a:cs typeface="Barlow Condensed" panose="00000506000000000000" charset="0"/>
            </a:endParaRPr>
          </a:p>
        </p:txBody>
      </p:sp>
      <p:sp>
        <p:nvSpPr>
          <p:cNvPr id="7" name="文本框 7">
            <a:extLst>
              <a:ext uri="{FF2B5EF4-FFF2-40B4-BE49-F238E27FC236}">
                <a16:creationId xmlns:a16="http://schemas.microsoft.com/office/drawing/2014/main" id="{5870E80B-0893-4720-2AE3-6C873DFFB863}"/>
              </a:ext>
            </a:extLst>
          </p:cNvPr>
          <p:cNvSpPr txBox="1"/>
          <p:nvPr/>
        </p:nvSpPr>
        <p:spPr>
          <a:xfrm>
            <a:off x="1012190" y="3224860"/>
            <a:ext cx="10396220" cy="830997"/>
          </a:xfrm>
          <a:prstGeom prst="rect">
            <a:avLst/>
          </a:prstGeom>
          <a:noFill/>
        </p:spPr>
        <p:txBody>
          <a:bodyPr wrap="square" rtlCol="0">
            <a:spAutoFit/>
          </a:bodyPr>
          <a:lstStyle/>
          <a:p>
            <a:pPr algn="ctr"/>
            <a:r>
              <a:rPr lang="en-US" sz="2400" b="1" dirty="0"/>
              <a:t>Research on Cognitive Requirement Engineering for the Next Generation of Ethical Artificial Intelligence Systems</a:t>
            </a:r>
            <a:endParaRPr lang="en-US" altLang="zh-CN" sz="2400" b="1" dirty="0">
              <a:solidFill>
                <a:srgbClr val="3B3B3B"/>
              </a:solidFill>
              <a:latin typeface="Barlow Condensed" panose="00000506000000000000" charset="0"/>
              <a:ea typeface="Barlow Condensed" panose="00000506000000000000" charset="0"/>
              <a:cs typeface="Barlow Condensed" panose="00000506000000000000" charset="0"/>
            </a:endParaRPr>
          </a:p>
        </p:txBody>
      </p:sp>
      <p:sp>
        <p:nvSpPr>
          <p:cNvPr id="9" name="文本框 13">
            <a:extLst>
              <a:ext uri="{FF2B5EF4-FFF2-40B4-BE49-F238E27FC236}">
                <a16:creationId xmlns:a16="http://schemas.microsoft.com/office/drawing/2014/main" id="{A58FCCA9-070B-3438-9235-EF5978C3536B}"/>
              </a:ext>
            </a:extLst>
          </p:cNvPr>
          <p:cNvSpPr txBox="1"/>
          <p:nvPr/>
        </p:nvSpPr>
        <p:spPr>
          <a:xfrm>
            <a:off x="3294380" y="2412953"/>
            <a:ext cx="5737860" cy="707886"/>
          </a:xfrm>
          <a:prstGeom prst="rect">
            <a:avLst/>
          </a:prstGeom>
          <a:noFill/>
        </p:spPr>
        <p:txBody>
          <a:bodyPr wrap="square" rtlCol="0">
            <a:spAutoFit/>
          </a:bodyPr>
          <a:lstStyle/>
          <a:p>
            <a:pPr algn="ctr"/>
            <a:r>
              <a:rPr lang="en-US" sz="4000" b="1" dirty="0">
                <a:solidFill>
                  <a:srgbClr val="379EDA"/>
                </a:solidFill>
                <a:latin typeface="Barlow Condensed" panose="00000506000000000000" charset="0"/>
                <a:ea typeface="Barlow Condensed" panose="00000506000000000000" charset="0"/>
                <a:cs typeface="Barlow Condensed" panose="00000506000000000000" charset="0"/>
              </a:rPr>
              <a:t>School of Computing Sciences</a:t>
            </a:r>
            <a:endParaRPr sz="4000" b="1" dirty="0">
              <a:solidFill>
                <a:srgbClr val="379EDA"/>
              </a:solidFill>
              <a:latin typeface="Barlow Condensed" panose="00000506000000000000" charset="0"/>
              <a:ea typeface="Barlow Condensed" panose="00000506000000000000" charset="0"/>
              <a:cs typeface="Barlow Condensed" panose="00000506000000000000" charset="0"/>
            </a:endParaRPr>
          </a:p>
        </p:txBody>
      </p:sp>
      <p:pic>
        <p:nvPicPr>
          <p:cNvPr id="12" name="Picture 11">
            <a:extLst>
              <a:ext uri="{FF2B5EF4-FFF2-40B4-BE49-F238E27FC236}">
                <a16:creationId xmlns:a16="http://schemas.microsoft.com/office/drawing/2014/main" id="{B3A34697-4811-3CFB-1849-3ABC4F201566}"/>
              </a:ext>
            </a:extLst>
          </p:cNvPr>
          <p:cNvPicPr>
            <a:picLocks noChangeAspect="1"/>
          </p:cNvPicPr>
          <p:nvPr/>
        </p:nvPicPr>
        <p:blipFill>
          <a:blip r:embed="rId2"/>
          <a:stretch>
            <a:fillRect/>
          </a:stretch>
        </p:blipFill>
        <p:spPr>
          <a:xfrm>
            <a:off x="4728644" y="-17046"/>
            <a:ext cx="2205556" cy="2325978"/>
          </a:xfrm>
          <a:prstGeom prst="rect">
            <a:avLst/>
          </a:prstGeom>
        </p:spPr>
      </p:pic>
      <p:pic>
        <p:nvPicPr>
          <p:cNvPr id="13" name="Picture 12">
            <a:extLst>
              <a:ext uri="{FF2B5EF4-FFF2-40B4-BE49-F238E27FC236}">
                <a16:creationId xmlns:a16="http://schemas.microsoft.com/office/drawing/2014/main" id="{30A1C43F-6B3E-C0F9-0017-1CBB87058E8A}"/>
              </a:ext>
            </a:extLst>
          </p:cNvPr>
          <p:cNvPicPr>
            <a:picLocks noChangeAspect="1"/>
          </p:cNvPicPr>
          <p:nvPr/>
        </p:nvPicPr>
        <p:blipFill>
          <a:blip r:embed="rId3"/>
          <a:stretch>
            <a:fillRect/>
          </a:stretch>
        </p:blipFill>
        <p:spPr>
          <a:xfrm>
            <a:off x="9728199" y="9872"/>
            <a:ext cx="2385187" cy="2299060"/>
          </a:xfrm>
          <a:prstGeom prst="rect">
            <a:avLst/>
          </a:prstGeom>
        </p:spPr>
      </p:pic>
      <p:pic>
        <p:nvPicPr>
          <p:cNvPr id="14" name="Picture 13">
            <a:extLst>
              <a:ext uri="{FF2B5EF4-FFF2-40B4-BE49-F238E27FC236}">
                <a16:creationId xmlns:a16="http://schemas.microsoft.com/office/drawing/2014/main" id="{055DA32D-FD5E-A5F9-3503-47719ED3792D}"/>
              </a:ext>
            </a:extLst>
          </p:cNvPr>
          <p:cNvPicPr>
            <a:picLocks noChangeAspect="1"/>
          </p:cNvPicPr>
          <p:nvPr/>
        </p:nvPicPr>
        <p:blipFill>
          <a:blip r:embed="rId4"/>
          <a:stretch>
            <a:fillRect/>
          </a:stretch>
        </p:blipFill>
        <p:spPr>
          <a:xfrm>
            <a:off x="0" y="9873"/>
            <a:ext cx="2692400" cy="3932765"/>
          </a:xfrm>
          <a:prstGeom prst="rect">
            <a:avLst/>
          </a:prstGeom>
        </p:spPr>
      </p:pic>
    </p:spTree>
    <p:extLst>
      <p:ext uri="{BB962C8B-B14F-4D97-AF65-F5344CB8AC3E}">
        <p14:creationId xmlns:p14="http://schemas.microsoft.com/office/powerpoint/2010/main" val="26634885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par>
                          <p:cTn id="8" fill="hold">
                            <p:stCondLst>
                              <p:cond delay="500"/>
                            </p:stCondLst>
                            <p:childTnLst>
                              <p:par>
                                <p:cTn id="9" presetID="53" presetClass="entr" presetSubtype="16"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1000" fill="hold"/>
                                        <p:tgtEl>
                                          <p:spTgt spid="7"/>
                                        </p:tgtEl>
                                        <p:attrNameLst>
                                          <p:attrName>ppt_w</p:attrName>
                                        </p:attrNameLst>
                                      </p:cBhvr>
                                      <p:tavLst>
                                        <p:tav tm="0">
                                          <p:val>
                                            <p:fltVal val="0"/>
                                          </p:val>
                                        </p:tav>
                                        <p:tav tm="100000">
                                          <p:val>
                                            <p:strVal val="#ppt_w"/>
                                          </p:val>
                                        </p:tav>
                                      </p:tavLst>
                                    </p:anim>
                                    <p:anim calcmode="lin" valueType="num">
                                      <p:cBhvr>
                                        <p:cTn id="12" dur="1000" fill="hold"/>
                                        <p:tgtEl>
                                          <p:spTgt spid="7"/>
                                        </p:tgtEl>
                                        <p:attrNameLst>
                                          <p:attrName>ppt_h</p:attrName>
                                        </p:attrNameLst>
                                      </p:cBhvr>
                                      <p:tavLst>
                                        <p:tav tm="0">
                                          <p:val>
                                            <p:fltVal val="0"/>
                                          </p:val>
                                        </p:tav>
                                        <p:tav tm="100000">
                                          <p:val>
                                            <p:strVal val="#ppt_h"/>
                                          </p:val>
                                        </p:tav>
                                      </p:tavLst>
                                    </p:anim>
                                    <p:animEffect transition="in" filter="fade">
                                      <p:cBhvr>
                                        <p:cTn id="13" dur="1000"/>
                                        <p:tgtEl>
                                          <p:spTgt spid="7"/>
                                        </p:tgtEl>
                                      </p:cBhvr>
                                    </p:animEffect>
                                  </p:childTnLst>
                                </p:cTn>
                              </p:par>
                            </p:childTnLst>
                          </p:cTn>
                        </p:par>
                        <p:par>
                          <p:cTn id="14" fill="hold">
                            <p:stCondLst>
                              <p:cond delay="1500"/>
                            </p:stCondLst>
                            <p:childTnLst>
                              <p:par>
                                <p:cTn id="15" presetID="14" presetClass="entr" presetSubtype="10"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randombar(horizontal)">
                                      <p:cBhvr>
                                        <p:cTn id="17" dur="500"/>
                                        <p:tgtEl>
                                          <p:spTgt spid="5"/>
                                        </p:tgtEl>
                                      </p:cBhvr>
                                    </p:animEffect>
                                  </p:childTnLst>
                                </p:cTn>
                              </p:par>
                            </p:childTnLst>
                          </p:cTn>
                        </p:par>
                        <p:par>
                          <p:cTn id="18" fill="hold">
                            <p:stCondLst>
                              <p:cond delay="2000"/>
                            </p:stCondLst>
                            <p:childTnLst>
                              <p:par>
                                <p:cTn id="19" presetID="42" presetClass="entr" presetSubtype="0" fill="hold" grpId="0" nodeType="after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fade">
                                      <p:cBhvr>
                                        <p:cTn id="21" dur="1000"/>
                                        <p:tgtEl>
                                          <p:spTgt spid="6"/>
                                        </p:tgtEl>
                                      </p:cBhvr>
                                    </p:animEffect>
                                    <p:anim calcmode="lin" valueType="num">
                                      <p:cBhvr>
                                        <p:cTn id="22" dur="1000" fill="hold"/>
                                        <p:tgtEl>
                                          <p:spTgt spid="6"/>
                                        </p:tgtEl>
                                        <p:attrNameLst>
                                          <p:attrName>ppt_x</p:attrName>
                                        </p:attrNameLst>
                                      </p:cBhvr>
                                      <p:tavLst>
                                        <p:tav tm="0">
                                          <p:val>
                                            <p:strVal val="#ppt_x"/>
                                          </p:val>
                                        </p:tav>
                                        <p:tav tm="100000">
                                          <p:val>
                                            <p:strVal val="#ppt_x"/>
                                          </p:val>
                                        </p:tav>
                                      </p:tavLst>
                                    </p:anim>
                                    <p:anim calcmode="lin" valueType="num">
                                      <p:cBhvr>
                                        <p:cTn id="2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ldLvl="0" animBg="1"/>
      <p:bldP spid="7" grpId="0"/>
      <p:bldP spid="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a:extLst>
              <a:ext uri="{FF2B5EF4-FFF2-40B4-BE49-F238E27FC236}">
                <a16:creationId xmlns:a16="http://schemas.microsoft.com/office/drawing/2014/main" id="{64D81112-275E-191B-49FE-9163F1827A0E}"/>
              </a:ext>
            </a:extLst>
          </p:cNvPr>
          <p:cNvGrpSpPr/>
          <p:nvPr/>
        </p:nvGrpSpPr>
        <p:grpSpPr>
          <a:xfrm>
            <a:off x="0" y="147298"/>
            <a:ext cx="10212762" cy="1570016"/>
            <a:chOff x="1" y="0"/>
            <a:chExt cx="10212762" cy="1570016"/>
          </a:xfrm>
        </p:grpSpPr>
        <p:sp>
          <p:nvSpPr>
            <p:cNvPr id="3" name="TextBox 6">
              <a:extLst>
                <a:ext uri="{FF2B5EF4-FFF2-40B4-BE49-F238E27FC236}">
                  <a16:creationId xmlns:a16="http://schemas.microsoft.com/office/drawing/2014/main" id="{67ADF962-D203-F2C6-9614-FBE88C1BC11C}"/>
                </a:ext>
              </a:extLst>
            </p:cNvPr>
            <p:cNvSpPr txBox="1"/>
            <p:nvPr/>
          </p:nvSpPr>
          <p:spPr>
            <a:xfrm>
              <a:off x="1209977" y="308132"/>
              <a:ext cx="9002786" cy="1261884"/>
            </a:xfrm>
            <a:prstGeom prst="rect">
              <a:avLst/>
            </a:prstGeom>
            <a:noFill/>
          </p:spPr>
          <p:txBody>
            <a:bodyPr wrap="none" lIns="91440" tIns="45720" rIns="91440" bIns="45720" rtlCol="0">
              <a:spAutoFit/>
            </a:bodyPr>
            <a:lstStyle/>
            <a:p>
              <a:pPr defTabSz="457200"/>
              <a:r>
                <a:rPr lang="en-GB" altLang="zh-CN" sz="4000" b="1" dirty="0">
                  <a:solidFill>
                    <a:srgbClr val="379EDA"/>
                  </a:solidFill>
                  <a:latin typeface="Barlow Condensed" panose="00000506000000000000" charset="0"/>
                  <a:ea typeface="Barlow Condensed" panose="00000506000000000000" charset="0"/>
                  <a:cs typeface="Barlow Condensed" panose="00000506000000000000" charset="0"/>
                </a:rPr>
                <a:t>Guidance and Examination Committee Members</a:t>
              </a:r>
            </a:p>
            <a:p>
              <a:pPr defTabSz="457200"/>
              <a:endParaRPr lang="zh-CN" altLang="en-US" sz="3600" b="1" dirty="0">
                <a:solidFill>
                  <a:srgbClr val="379EDA"/>
                </a:solidFill>
                <a:latin typeface="Barlow Condensed" panose="00000506000000000000" charset="0"/>
                <a:ea typeface="Barlow Condensed" panose="00000506000000000000" charset="0"/>
                <a:cs typeface="Barlow Condensed" panose="00000506000000000000" charset="0"/>
              </a:endParaRPr>
            </a:p>
          </p:txBody>
        </p:sp>
        <p:pic>
          <p:nvPicPr>
            <p:cNvPr id="4" name="图片 3">
              <a:extLst>
                <a:ext uri="{FF2B5EF4-FFF2-40B4-BE49-F238E27FC236}">
                  <a16:creationId xmlns:a16="http://schemas.microsoft.com/office/drawing/2014/main" id="{E2DB73C3-1F4D-9605-4424-CCD356B94C6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2432171" cy="1377391"/>
            </a:xfrm>
            <a:prstGeom prst="rect">
              <a:avLst/>
            </a:prstGeom>
          </p:spPr>
        </p:pic>
      </p:grpSp>
      <p:sp>
        <p:nvSpPr>
          <p:cNvPr id="5" name="矩形 4">
            <a:extLst>
              <a:ext uri="{FF2B5EF4-FFF2-40B4-BE49-F238E27FC236}">
                <a16:creationId xmlns:a16="http://schemas.microsoft.com/office/drawing/2014/main" id="{F77D90D4-CDFF-2A4D-3894-1D90BD9DAE06}"/>
              </a:ext>
            </a:extLst>
          </p:cNvPr>
          <p:cNvSpPr/>
          <p:nvPr/>
        </p:nvSpPr>
        <p:spPr>
          <a:xfrm>
            <a:off x="1341" y="6635309"/>
            <a:ext cx="12189324" cy="856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6775" fontAlgn="base">
              <a:spcBef>
                <a:spcPct val="0"/>
              </a:spcBef>
              <a:spcAft>
                <a:spcPct val="0"/>
              </a:spcAft>
            </a:pPr>
            <a:endParaRPr lang="zh-CN" altLang="en-US" sz="1900" dirty="0">
              <a:solidFill>
                <a:prstClr val="white"/>
              </a:solidFill>
              <a:latin typeface="Barlow Condensed" panose="00000506000000000000" charset="0"/>
              <a:ea typeface="Barlow Condensed" panose="00000506000000000000" charset="0"/>
              <a:cs typeface="Barlow Condensed" panose="00000506000000000000" charset="0"/>
              <a:sym typeface="Arial" panose="020B0604020202020204" pitchFamily="34" charset="0"/>
            </a:endParaRPr>
          </a:p>
        </p:txBody>
      </p:sp>
      <p:graphicFrame>
        <p:nvGraphicFramePr>
          <p:cNvPr id="39" name="Table 38">
            <a:extLst>
              <a:ext uri="{FF2B5EF4-FFF2-40B4-BE49-F238E27FC236}">
                <a16:creationId xmlns:a16="http://schemas.microsoft.com/office/drawing/2014/main" id="{65DC47B2-7BBA-6D78-CC77-59A276749CB8}"/>
              </a:ext>
            </a:extLst>
          </p:cNvPr>
          <p:cNvGraphicFramePr>
            <a:graphicFrameLocks noGrp="1"/>
          </p:cNvGraphicFramePr>
          <p:nvPr>
            <p:extLst>
              <p:ext uri="{D42A27DB-BD31-4B8C-83A1-F6EECF244321}">
                <p14:modId xmlns:p14="http://schemas.microsoft.com/office/powerpoint/2010/main" val="3334958078"/>
              </p:ext>
            </p:extLst>
          </p:nvPr>
        </p:nvGraphicFramePr>
        <p:xfrm>
          <a:off x="362607" y="1832820"/>
          <a:ext cx="11130457" cy="2417185"/>
        </p:xfrm>
        <a:graphic>
          <a:graphicData uri="http://schemas.openxmlformats.org/drawingml/2006/table">
            <a:tbl>
              <a:tblPr firstRow="1" bandRow="1">
                <a:tableStyleId>{5C22544A-7EE6-4342-B048-85BDC9FD1C3A}</a:tableStyleId>
              </a:tblPr>
              <a:tblGrid>
                <a:gridCol w="740979">
                  <a:extLst>
                    <a:ext uri="{9D8B030D-6E8A-4147-A177-3AD203B41FA5}">
                      <a16:colId xmlns:a16="http://schemas.microsoft.com/office/drawing/2014/main" val="839248668"/>
                    </a:ext>
                  </a:extLst>
                </a:gridCol>
                <a:gridCol w="2081048">
                  <a:extLst>
                    <a:ext uri="{9D8B030D-6E8A-4147-A177-3AD203B41FA5}">
                      <a16:colId xmlns:a16="http://schemas.microsoft.com/office/drawing/2014/main" val="699417890"/>
                    </a:ext>
                  </a:extLst>
                </a:gridCol>
                <a:gridCol w="1608083">
                  <a:extLst>
                    <a:ext uri="{9D8B030D-6E8A-4147-A177-3AD203B41FA5}">
                      <a16:colId xmlns:a16="http://schemas.microsoft.com/office/drawing/2014/main" val="336142688"/>
                    </a:ext>
                  </a:extLst>
                </a:gridCol>
                <a:gridCol w="1828800">
                  <a:extLst>
                    <a:ext uri="{9D8B030D-6E8A-4147-A177-3AD203B41FA5}">
                      <a16:colId xmlns:a16="http://schemas.microsoft.com/office/drawing/2014/main" val="2806243620"/>
                    </a:ext>
                  </a:extLst>
                </a:gridCol>
                <a:gridCol w="1691417">
                  <a:extLst>
                    <a:ext uri="{9D8B030D-6E8A-4147-A177-3AD203B41FA5}">
                      <a16:colId xmlns:a16="http://schemas.microsoft.com/office/drawing/2014/main" val="240767857"/>
                    </a:ext>
                  </a:extLst>
                </a:gridCol>
                <a:gridCol w="1590065">
                  <a:extLst>
                    <a:ext uri="{9D8B030D-6E8A-4147-A177-3AD203B41FA5}">
                      <a16:colId xmlns:a16="http://schemas.microsoft.com/office/drawing/2014/main" val="4095113695"/>
                    </a:ext>
                  </a:extLst>
                </a:gridCol>
                <a:gridCol w="1590065">
                  <a:extLst>
                    <a:ext uri="{9D8B030D-6E8A-4147-A177-3AD203B41FA5}">
                      <a16:colId xmlns:a16="http://schemas.microsoft.com/office/drawing/2014/main" val="49253611"/>
                    </a:ext>
                  </a:extLst>
                </a:gridCol>
              </a:tblGrid>
              <a:tr h="999280">
                <a:tc>
                  <a:txBody>
                    <a:bodyPr/>
                    <a:lstStyle/>
                    <a:p>
                      <a:pPr algn="ctr"/>
                      <a:r>
                        <a:rPr lang="en-GB" sz="2000" dirty="0"/>
                        <a:t>Sr. No</a:t>
                      </a:r>
                      <a:endParaRPr lang="en-PK" sz="2000" dirty="0"/>
                    </a:p>
                  </a:txBody>
                  <a:tcPr anchor="ctr"/>
                </a:tc>
                <a:tc>
                  <a:txBody>
                    <a:bodyPr/>
                    <a:lstStyle/>
                    <a:p>
                      <a:pPr algn="ctr"/>
                      <a:r>
                        <a:rPr lang="en-GB" sz="2000" dirty="0"/>
                        <a:t>Students Name</a:t>
                      </a:r>
                      <a:endParaRPr lang="en-PK" sz="2000" dirty="0"/>
                    </a:p>
                  </a:txBody>
                  <a:tcPr anchor="ctr"/>
                </a:tc>
                <a:tc>
                  <a:txBody>
                    <a:bodyPr/>
                    <a:lstStyle/>
                    <a:p>
                      <a:pPr algn="ctr"/>
                      <a:r>
                        <a:rPr lang="en-GB" sz="2000" dirty="0"/>
                        <a:t>Supervisor</a:t>
                      </a:r>
                      <a:endParaRPr lang="en-PK" sz="2000" dirty="0"/>
                    </a:p>
                  </a:txBody>
                  <a:tcPr anchor="ctr"/>
                </a:tc>
                <a:tc>
                  <a:txBody>
                    <a:bodyPr/>
                    <a:lstStyle/>
                    <a:p>
                      <a:pPr algn="ctr"/>
                      <a:r>
                        <a:rPr lang="en-GB" sz="2000" dirty="0"/>
                        <a:t>Co-Supervisor</a:t>
                      </a:r>
                      <a:endParaRPr lang="en-PK" sz="2000" dirty="0"/>
                    </a:p>
                  </a:txBody>
                  <a:tcPr anchor="ctr"/>
                </a:tc>
                <a:tc>
                  <a:txBody>
                    <a:bodyPr/>
                    <a:lstStyle/>
                    <a:p>
                      <a:pPr algn="ctr"/>
                      <a:r>
                        <a:rPr lang="en-GB" sz="2000" dirty="0"/>
                        <a:t>GEC Internal Member</a:t>
                      </a:r>
                      <a:endParaRPr lang="en-PK" sz="2000" dirty="0"/>
                    </a:p>
                  </a:txBody>
                  <a:tcPr anchor="ctr"/>
                </a:tc>
                <a:tc>
                  <a:txBody>
                    <a:bodyPr/>
                    <a:lstStyle/>
                    <a:p>
                      <a:pPr algn="ctr"/>
                      <a:r>
                        <a:rPr lang="en-GB" sz="2000" dirty="0"/>
                        <a:t>GEC External Member</a:t>
                      </a:r>
                      <a:endParaRPr lang="en-PK" sz="2000" dirty="0"/>
                    </a:p>
                  </a:txBody>
                  <a:tcPr anchor="ctr"/>
                </a:tc>
                <a:tc>
                  <a:txBody>
                    <a:bodyPr/>
                    <a:lstStyle/>
                    <a:p>
                      <a:pPr algn="ctr"/>
                      <a:r>
                        <a:rPr lang="en-GB" sz="2000" dirty="0"/>
                        <a:t>Remarks</a:t>
                      </a:r>
                      <a:endParaRPr lang="en-PK" sz="2000" dirty="0"/>
                    </a:p>
                  </a:txBody>
                  <a:tcPr anchor="ctr"/>
                </a:tc>
                <a:extLst>
                  <a:ext uri="{0D108BD9-81ED-4DB2-BD59-A6C34878D82A}">
                    <a16:rowId xmlns:a16="http://schemas.microsoft.com/office/drawing/2014/main" val="319129320"/>
                  </a:ext>
                </a:extLst>
              </a:tr>
              <a:tr h="1417905">
                <a:tc>
                  <a:txBody>
                    <a:bodyPr/>
                    <a:lstStyle/>
                    <a:p>
                      <a:r>
                        <a:rPr lang="en-GB" dirty="0"/>
                        <a:t>1.</a:t>
                      </a:r>
                      <a:endParaRPr lang="en-PK" dirty="0"/>
                    </a:p>
                  </a:txBody>
                  <a:tcPr/>
                </a:tc>
                <a:tc>
                  <a:txBody>
                    <a:bodyPr/>
                    <a:lstStyle/>
                    <a:p>
                      <a:r>
                        <a:rPr lang="en-GB" dirty="0"/>
                        <a:t>Sabahat Siddique</a:t>
                      </a:r>
                      <a:endParaRPr lang="en-PK" dirty="0"/>
                    </a:p>
                  </a:txBody>
                  <a:tcPr/>
                </a:tc>
                <a:tc>
                  <a:txBody>
                    <a:bodyPr/>
                    <a:lstStyle/>
                    <a:p>
                      <a:r>
                        <a:rPr lang="en-GB" altLang="zh-CN" sz="1800" b="1" dirty="0">
                          <a:solidFill>
                            <a:prstClr val="white"/>
                          </a:solidFill>
                          <a:latin typeface="Barlow Condensed" panose="00000506000000000000" charset="0"/>
                          <a:ea typeface="Barlow Condensed" panose="00000506000000000000" charset="0"/>
                          <a:cs typeface="Barlow Condensed" panose="00000506000000000000" charset="0"/>
                        </a:rPr>
                        <a:t>Dr. Musadaq Mansoor</a:t>
                      </a:r>
                      <a:endParaRPr lang="en-PK" dirty="0"/>
                    </a:p>
                  </a:txBody>
                  <a:tcPr/>
                </a:tc>
                <a:tc>
                  <a:txBody>
                    <a:bodyPr/>
                    <a:lstStyle/>
                    <a:p>
                      <a:r>
                        <a:rPr lang="en-GB" altLang="zh-CN" sz="1800" b="1" dirty="0">
                          <a:solidFill>
                            <a:prstClr val="white"/>
                          </a:solidFill>
                          <a:latin typeface="Barlow Condensed" panose="00000506000000000000" charset="0"/>
                          <a:ea typeface="Barlow Condensed" panose="00000506000000000000" charset="0"/>
                          <a:cs typeface="Barlow Condensed" panose="00000506000000000000" charset="0"/>
                        </a:rPr>
                        <a:t>Dr. Maqbool Khan</a:t>
                      </a:r>
                      <a:endParaRPr lang="en-PK" dirty="0"/>
                    </a:p>
                  </a:txBody>
                  <a:tcPr/>
                </a:tc>
                <a:tc>
                  <a:txBody>
                    <a:bodyPr/>
                    <a:lstStyle/>
                    <a:p>
                      <a:r>
                        <a:rPr lang="en-GB" dirty="0"/>
                        <a:t>Dr. Shuaib Muhammad Qureshi</a:t>
                      </a:r>
                      <a:endParaRPr lang="en-PK"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Dr. Asim Farooq</a:t>
                      </a:r>
                    </a:p>
                    <a:p>
                      <a:endParaRPr lang="en-PK" dirty="0"/>
                    </a:p>
                  </a:txBody>
                  <a:tcPr/>
                </a:tc>
                <a:tc>
                  <a:txBody>
                    <a:bodyPr/>
                    <a:lstStyle/>
                    <a:p>
                      <a:endParaRPr lang="en-PK" dirty="0"/>
                    </a:p>
                  </a:txBody>
                  <a:tcPr/>
                </a:tc>
                <a:extLst>
                  <a:ext uri="{0D108BD9-81ED-4DB2-BD59-A6C34878D82A}">
                    <a16:rowId xmlns:a16="http://schemas.microsoft.com/office/drawing/2014/main" val="3662652349"/>
                  </a:ext>
                </a:extLst>
              </a:tr>
            </a:tbl>
          </a:graphicData>
        </a:graphic>
      </p:graphicFrame>
      <p:pic>
        <p:nvPicPr>
          <p:cNvPr id="6" name="Picture 5">
            <a:extLst>
              <a:ext uri="{FF2B5EF4-FFF2-40B4-BE49-F238E27FC236}">
                <a16:creationId xmlns:a16="http://schemas.microsoft.com/office/drawing/2014/main" id="{D6C33E33-E124-B695-C48C-BC652A19BC24}"/>
              </a:ext>
            </a:extLst>
          </p:cNvPr>
          <p:cNvPicPr>
            <a:picLocks noChangeAspect="1"/>
          </p:cNvPicPr>
          <p:nvPr/>
        </p:nvPicPr>
        <p:blipFill>
          <a:blip r:embed="rId3"/>
          <a:stretch>
            <a:fillRect/>
          </a:stretch>
        </p:blipFill>
        <p:spPr>
          <a:xfrm>
            <a:off x="10312400" y="63406"/>
            <a:ext cx="1878265" cy="1330639"/>
          </a:xfrm>
          <a:prstGeom prst="rect">
            <a:avLst/>
          </a:prstGeom>
        </p:spPr>
      </p:pic>
    </p:spTree>
    <p:extLst>
      <p:ext uri="{BB962C8B-B14F-4D97-AF65-F5344CB8AC3E}">
        <p14:creationId xmlns:p14="http://schemas.microsoft.com/office/powerpoint/2010/main" val="3837111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25">
            <a:extLst>
              <a:ext uri="{FF2B5EF4-FFF2-40B4-BE49-F238E27FC236}">
                <a16:creationId xmlns:a16="http://schemas.microsoft.com/office/drawing/2014/main" id="{1AA3A14D-0F80-9C80-D8B0-A3C182E3A0F8}"/>
              </a:ext>
            </a:extLst>
          </p:cNvPr>
          <p:cNvSpPr/>
          <p:nvPr/>
        </p:nvSpPr>
        <p:spPr>
          <a:xfrm>
            <a:off x="1341" y="6635309"/>
            <a:ext cx="12189324" cy="856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6775" fontAlgn="base">
              <a:spcBef>
                <a:spcPct val="0"/>
              </a:spcBef>
              <a:spcAft>
                <a:spcPct val="0"/>
              </a:spcAft>
            </a:pPr>
            <a:endParaRPr lang="zh-CN" altLang="en-US" sz="1900" dirty="0">
              <a:solidFill>
                <a:prstClr val="white"/>
              </a:solidFill>
              <a:latin typeface="Barlow Condensed" panose="00000506000000000000" charset="0"/>
              <a:ea typeface="Barlow Condensed" panose="00000506000000000000" charset="0"/>
              <a:cs typeface="Barlow Condensed" panose="00000506000000000000" charset="0"/>
              <a:sym typeface="Arial" panose="020B0604020202020204" pitchFamily="34" charset="0"/>
            </a:endParaRPr>
          </a:p>
        </p:txBody>
      </p:sp>
      <p:grpSp>
        <p:nvGrpSpPr>
          <p:cNvPr id="3" name="组合 30">
            <a:extLst>
              <a:ext uri="{FF2B5EF4-FFF2-40B4-BE49-F238E27FC236}">
                <a16:creationId xmlns:a16="http://schemas.microsoft.com/office/drawing/2014/main" id="{E3A52CDA-7CED-F79B-626B-1B369C5C9556}"/>
              </a:ext>
            </a:extLst>
          </p:cNvPr>
          <p:cNvGrpSpPr/>
          <p:nvPr/>
        </p:nvGrpSpPr>
        <p:grpSpPr>
          <a:xfrm>
            <a:off x="1" y="0"/>
            <a:ext cx="11037652" cy="1700351"/>
            <a:chOff x="1" y="0"/>
            <a:chExt cx="11037652" cy="1700351"/>
          </a:xfrm>
        </p:grpSpPr>
        <p:sp>
          <p:nvSpPr>
            <p:cNvPr id="4" name="TextBox 6">
              <a:extLst>
                <a:ext uri="{FF2B5EF4-FFF2-40B4-BE49-F238E27FC236}">
                  <a16:creationId xmlns:a16="http://schemas.microsoft.com/office/drawing/2014/main" id="{6015FF53-B6A5-567C-2E31-B4C654400254}"/>
                </a:ext>
              </a:extLst>
            </p:cNvPr>
            <p:cNvSpPr txBox="1"/>
            <p:nvPr/>
          </p:nvSpPr>
          <p:spPr>
            <a:xfrm>
              <a:off x="773347" y="181058"/>
              <a:ext cx="10264306" cy="1323439"/>
            </a:xfrm>
            <a:prstGeom prst="rect">
              <a:avLst/>
            </a:prstGeom>
            <a:noFill/>
          </p:spPr>
          <p:txBody>
            <a:bodyPr wrap="square" lIns="91440" tIns="45720" rIns="91440" bIns="45720" rtlCol="0">
              <a:spAutoFit/>
            </a:bodyPr>
            <a:lstStyle/>
            <a:p>
              <a:pPr algn="ctr" defTabSz="457200"/>
              <a:r>
                <a:rPr lang="en-GB" altLang="zh-CN" sz="4000" b="1" dirty="0">
                  <a:solidFill>
                    <a:srgbClr val="379EDA"/>
                  </a:solidFill>
                  <a:latin typeface="Barlow Condensed" panose="00000506000000000000" charset="0"/>
                  <a:ea typeface="Barlow Condensed" panose="00000506000000000000" charset="0"/>
                  <a:cs typeface="Barlow Condensed" panose="00000506000000000000" charset="0"/>
                </a:rPr>
                <a:t>Student Previous and </a:t>
              </a:r>
              <a:r>
                <a:rPr lang="en-GB" altLang="zh-CN" sz="4000" b="1" dirty="0">
                  <a:solidFill>
                    <a:srgbClr val="379EDA"/>
                  </a:solidFill>
                  <a:latin typeface="Barlow Condensed" panose="00000506000000000000" charset="0"/>
                </a:rPr>
                <a:t>Current Academic</a:t>
              </a:r>
              <a:r>
                <a:rPr lang="zh-CN" altLang="en-US" sz="4000" b="1" dirty="0">
                  <a:solidFill>
                    <a:srgbClr val="379EDA"/>
                  </a:solidFill>
                  <a:latin typeface="Barlow Condensed" panose="00000506000000000000" charset="0"/>
                </a:rPr>
                <a:t> </a:t>
              </a:r>
              <a:endParaRPr lang="en-US" altLang="zh-CN" sz="4000" b="1" dirty="0">
                <a:solidFill>
                  <a:srgbClr val="379EDA"/>
                </a:solidFill>
                <a:latin typeface="Barlow Condensed" panose="00000506000000000000" charset="0"/>
              </a:endParaRPr>
            </a:p>
            <a:p>
              <a:pPr algn="ctr" defTabSz="457200"/>
              <a:r>
                <a:rPr lang="en-GB" altLang="zh-CN" sz="4000" b="1" dirty="0">
                  <a:solidFill>
                    <a:srgbClr val="379EDA"/>
                  </a:solidFill>
                  <a:latin typeface="Barlow Condensed" panose="00000506000000000000" charset="0"/>
                </a:rPr>
                <a:t>Record</a:t>
              </a:r>
              <a:r>
                <a:rPr lang="zh-CN" altLang="en-US" sz="4000" b="1" dirty="0">
                  <a:solidFill>
                    <a:srgbClr val="379EDA"/>
                  </a:solidFill>
                  <a:latin typeface="Barlow Condensed" panose="00000506000000000000" charset="0"/>
                </a:rPr>
                <a:t> </a:t>
              </a:r>
            </a:p>
          </p:txBody>
        </p:sp>
        <p:pic>
          <p:nvPicPr>
            <p:cNvPr id="5" name="图片 32">
              <a:extLst>
                <a:ext uri="{FF2B5EF4-FFF2-40B4-BE49-F238E27FC236}">
                  <a16:creationId xmlns:a16="http://schemas.microsoft.com/office/drawing/2014/main" id="{E8926E2F-8463-5E7C-F5A9-00F87E3A5F4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3002448" cy="1700351"/>
            </a:xfrm>
            <a:prstGeom prst="rect">
              <a:avLst/>
            </a:prstGeom>
          </p:spPr>
        </p:pic>
      </p:grpSp>
      <p:grpSp>
        <p:nvGrpSpPr>
          <p:cNvPr id="25" name="Group 85">
            <a:extLst>
              <a:ext uri="{FF2B5EF4-FFF2-40B4-BE49-F238E27FC236}">
                <a16:creationId xmlns:a16="http://schemas.microsoft.com/office/drawing/2014/main" id="{3227ED3E-F8FB-169F-624A-298BC8437109}"/>
              </a:ext>
            </a:extLst>
          </p:cNvPr>
          <p:cNvGrpSpPr/>
          <p:nvPr/>
        </p:nvGrpSpPr>
        <p:grpSpPr>
          <a:xfrm>
            <a:off x="8833386" y="3029422"/>
            <a:ext cx="2328295" cy="508530"/>
            <a:chOff x="8657822" y="2704651"/>
            <a:chExt cx="2328423" cy="508559"/>
          </a:xfrm>
        </p:grpSpPr>
        <p:sp>
          <p:nvSpPr>
            <p:cNvPr id="26" name="Text Placeholder 2">
              <a:extLst>
                <a:ext uri="{FF2B5EF4-FFF2-40B4-BE49-F238E27FC236}">
                  <a16:creationId xmlns:a16="http://schemas.microsoft.com/office/drawing/2014/main" id="{9760175E-410E-5F0C-9077-7B9CD30D52D4}"/>
                </a:ext>
              </a:extLst>
            </p:cNvPr>
            <p:cNvSpPr txBox="1"/>
            <p:nvPr/>
          </p:nvSpPr>
          <p:spPr>
            <a:xfrm>
              <a:off x="8657822" y="2704651"/>
              <a:ext cx="2013460" cy="261780"/>
            </a:xfrm>
            <a:prstGeom prst="rect">
              <a:avLst/>
            </a:prstGeom>
            <a:noFill/>
          </p:spPr>
          <p:txBody>
            <a:bodyPr vert="horz" lIns="91435" tIns="45718" rIns="91435" bIns="45718" rtlCol="0" anchor="ctr">
              <a:noAutofit/>
            </a:bodyP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defTabSz="866775" fontAlgn="base">
                <a:spcBef>
                  <a:spcPct val="0"/>
                </a:spcBef>
                <a:spcAft>
                  <a:spcPct val="0"/>
                </a:spcAft>
              </a:pPr>
              <a:endParaRPr lang="en-GB" sz="1600" dirty="0">
                <a:solidFill>
                  <a:prstClr val="black">
                    <a:lumMod val="65000"/>
                    <a:lumOff val="35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p:txBody>
        </p:sp>
        <p:sp>
          <p:nvSpPr>
            <p:cNvPr id="27" name="TextBox 87">
              <a:extLst>
                <a:ext uri="{FF2B5EF4-FFF2-40B4-BE49-F238E27FC236}">
                  <a16:creationId xmlns:a16="http://schemas.microsoft.com/office/drawing/2014/main" id="{1C65D44F-75F6-39D7-3BE6-3461F7B688AB}"/>
                </a:ext>
              </a:extLst>
            </p:cNvPr>
            <p:cNvSpPr txBox="1"/>
            <p:nvPr/>
          </p:nvSpPr>
          <p:spPr>
            <a:xfrm>
              <a:off x="8738504" y="3043924"/>
              <a:ext cx="2247741" cy="169286"/>
            </a:xfrm>
            <a:prstGeom prst="rect">
              <a:avLst/>
            </a:prstGeom>
            <a:noFill/>
          </p:spPr>
          <p:txBody>
            <a:bodyPr wrap="square" lIns="0" tIns="0" rIns="0" bIns="0" rtlCol="0">
              <a:spAutoFit/>
            </a:bodyPr>
            <a:lstStyle/>
            <a:p>
              <a:pPr defTabSz="866775" fontAlgn="base">
                <a:spcBef>
                  <a:spcPct val="0"/>
                </a:spcBef>
                <a:spcAft>
                  <a:spcPct val="0"/>
                </a:spcAft>
              </a:pPr>
              <a:endParaRPr lang="en-US" sz="1100" dirty="0">
                <a:solidFill>
                  <a:prstClr val="white">
                    <a:lumMod val="50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p:txBody>
        </p:sp>
      </p:grpSp>
      <p:grpSp>
        <p:nvGrpSpPr>
          <p:cNvPr id="28" name="Group 88">
            <a:extLst>
              <a:ext uri="{FF2B5EF4-FFF2-40B4-BE49-F238E27FC236}">
                <a16:creationId xmlns:a16="http://schemas.microsoft.com/office/drawing/2014/main" id="{5F2D8884-1A98-6982-33E4-699A94DC971A}"/>
              </a:ext>
            </a:extLst>
          </p:cNvPr>
          <p:cNvGrpSpPr/>
          <p:nvPr/>
        </p:nvGrpSpPr>
        <p:grpSpPr>
          <a:xfrm>
            <a:off x="9238778" y="4389227"/>
            <a:ext cx="2328295" cy="508530"/>
            <a:chOff x="8657822" y="2704651"/>
            <a:chExt cx="2328423" cy="508559"/>
          </a:xfrm>
        </p:grpSpPr>
        <p:sp>
          <p:nvSpPr>
            <p:cNvPr id="29" name="Text Placeholder 2">
              <a:extLst>
                <a:ext uri="{FF2B5EF4-FFF2-40B4-BE49-F238E27FC236}">
                  <a16:creationId xmlns:a16="http://schemas.microsoft.com/office/drawing/2014/main" id="{97427148-D91C-CE85-6923-89805B379050}"/>
                </a:ext>
              </a:extLst>
            </p:cNvPr>
            <p:cNvSpPr txBox="1"/>
            <p:nvPr/>
          </p:nvSpPr>
          <p:spPr>
            <a:xfrm>
              <a:off x="8657822" y="2704651"/>
              <a:ext cx="2013460" cy="261780"/>
            </a:xfrm>
            <a:prstGeom prst="rect">
              <a:avLst/>
            </a:prstGeom>
            <a:noFill/>
          </p:spPr>
          <p:txBody>
            <a:bodyPr vert="horz" lIns="91435" tIns="45718" rIns="91435" bIns="45718" rtlCol="0" anchor="ctr">
              <a:noAutofit/>
            </a:bodyP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defTabSz="866775" fontAlgn="base">
                <a:spcBef>
                  <a:spcPct val="0"/>
                </a:spcBef>
                <a:spcAft>
                  <a:spcPct val="0"/>
                </a:spcAft>
              </a:pPr>
              <a:endParaRPr lang="en-GB" sz="1600" dirty="0">
                <a:solidFill>
                  <a:prstClr val="black">
                    <a:lumMod val="65000"/>
                    <a:lumOff val="35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p:txBody>
        </p:sp>
        <p:sp>
          <p:nvSpPr>
            <p:cNvPr id="30" name="TextBox 90">
              <a:extLst>
                <a:ext uri="{FF2B5EF4-FFF2-40B4-BE49-F238E27FC236}">
                  <a16:creationId xmlns:a16="http://schemas.microsoft.com/office/drawing/2014/main" id="{605D07F3-856A-9BF0-0BAC-F108C995F8E5}"/>
                </a:ext>
              </a:extLst>
            </p:cNvPr>
            <p:cNvSpPr txBox="1"/>
            <p:nvPr/>
          </p:nvSpPr>
          <p:spPr>
            <a:xfrm>
              <a:off x="8738504" y="3043924"/>
              <a:ext cx="2247741" cy="169286"/>
            </a:xfrm>
            <a:prstGeom prst="rect">
              <a:avLst/>
            </a:prstGeom>
            <a:noFill/>
          </p:spPr>
          <p:txBody>
            <a:bodyPr wrap="square" lIns="0" tIns="0" rIns="0" bIns="0" rtlCol="0">
              <a:spAutoFit/>
            </a:bodyPr>
            <a:lstStyle/>
            <a:p>
              <a:pPr defTabSz="866775" fontAlgn="base">
                <a:spcBef>
                  <a:spcPct val="0"/>
                </a:spcBef>
                <a:spcAft>
                  <a:spcPct val="0"/>
                </a:spcAft>
              </a:pPr>
              <a:endParaRPr lang="en-US" sz="1100" dirty="0">
                <a:solidFill>
                  <a:prstClr val="white">
                    <a:lumMod val="50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p:txBody>
        </p:sp>
      </p:grpSp>
      <p:grpSp>
        <p:nvGrpSpPr>
          <p:cNvPr id="32" name="Group 94">
            <a:extLst>
              <a:ext uri="{FF2B5EF4-FFF2-40B4-BE49-F238E27FC236}">
                <a16:creationId xmlns:a16="http://schemas.microsoft.com/office/drawing/2014/main" id="{5BB2F40C-FE1D-4D4E-9632-4F289E8C9EB6}"/>
              </a:ext>
            </a:extLst>
          </p:cNvPr>
          <p:cNvGrpSpPr/>
          <p:nvPr/>
        </p:nvGrpSpPr>
        <p:grpSpPr>
          <a:xfrm>
            <a:off x="-34235" y="4303841"/>
            <a:ext cx="2741164" cy="853808"/>
            <a:chOff x="1586753" y="2220559"/>
            <a:chExt cx="2282697" cy="508560"/>
          </a:xfrm>
        </p:grpSpPr>
        <p:sp>
          <p:nvSpPr>
            <p:cNvPr id="33" name="Text Placeholder 2">
              <a:extLst>
                <a:ext uri="{FF2B5EF4-FFF2-40B4-BE49-F238E27FC236}">
                  <a16:creationId xmlns:a16="http://schemas.microsoft.com/office/drawing/2014/main" id="{AB171A07-4887-5C91-ED2D-61B44401BFAB}"/>
                </a:ext>
              </a:extLst>
            </p:cNvPr>
            <p:cNvSpPr txBox="1"/>
            <p:nvPr/>
          </p:nvSpPr>
          <p:spPr>
            <a:xfrm>
              <a:off x="1855990" y="2220559"/>
              <a:ext cx="2013460" cy="261780"/>
            </a:xfrm>
            <a:prstGeom prst="rect">
              <a:avLst/>
            </a:prstGeom>
            <a:noFill/>
          </p:spPr>
          <p:txBody>
            <a:bodyPr vert="horz" lIns="91435" tIns="45718" rIns="91435" bIns="45718" rtlCol="0" anchor="ctr">
              <a:noAutofit/>
            </a:bodyP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866775" fontAlgn="base">
                <a:spcBef>
                  <a:spcPct val="0"/>
                </a:spcBef>
                <a:spcAft>
                  <a:spcPct val="0"/>
                </a:spcAft>
              </a:pPr>
              <a:endParaRPr lang="en-GB" sz="1600" dirty="0">
                <a:solidFill>
                  <a:prstClr val="black">
                    <a:lumMod val="65000"/>
                    <a:lumOff val="35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p:txBody>
        </p:sp>
        <p:sp>
          <p:nvSpPr>
            <p:cNvPr id="34" name="TextBox 96">
              <a:extLst>
                <a:ext uri="{FF2B5EF4-FFF2-40B4-BE49-F238E27FC236}">
                  <a16:creationId xmlns:a16="http://schemas.microsoft.com/office/drawing/2014/main" id="{27B0AB25-7D4C-5281-7397-B918B7F7A204}"/>
                </a:ext>
              </a:extLst>
            </p:cNvPr>
            <p:cNvSpPr txBox="1"/>
            <p:nvPr/>
          </p:nvSpPr>
          <p:spPr>
            <a:xfrm>
              <a:off x="1586753" y="2559832"/>
              <a:ext cx="2231898" cy="169287"/>
            </a:xfrm>
            <a:prstGeom prst="rect">
              <a:avLst/>
            </a:prstGeom>
            <a:noFill/>
          </p:spPr>
          <p:txBody>
            <a:bodyPr wrap="square" lIns="0" tIns="0" rIns="0" bIns="0" rtlCol="0">
              <a:spAutoFit/>
            </a:bodyPr>
            <a:lstStyle/>
            <a:p>
              <a:pPr algn="r" defTabSz="866775" fontAlgn="base">
                <a:spcBef>
                  <a:spcPct val="0"/>
                </a:spcBef>
                <a:spcAft>
                  <a:spcPct val="0"/>
                </a:spcAft>
              </a:pPr>
              <a:endParaRPr lang="en-US" sz="1100" dirty="0">
                <a:solidFill>
                  <a:prstClr val="white">
                    <a:lumMod val="50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p:txBody>
        </p:sp>
      </p:grpSp>
      <p:graphicFrame>
        <p:nvGraphicFramePr>
          <p:cNvPr id="39" name="Table 38">
            <a:extLst>
              <a:ext uri="{FF2B5EF4-FFF2-40B4-BE49-F238E27FC236}">
                <a16:creationId xmlns:a16="http://schemas.microsoft.com/office/drawing/2014/main" id="{3FDA6F54-3572-7DA0-286C-B976439509E4}"/>
              </a:ext>
            </a:extLst>
          </p:cNvPr>
          <p:cNvGraphicFramePr>
            <a:graphicFrameLocks noGrp="1"/>
          </p:cNvGraphicFramePr>
          <p:nvPr>
            <p:extLst>
              <p:ext uri="{D42A27DB-BD31-4B8C-83A1-F6EECF244321}">
                <p14:modId xmlns:p14="http://schemas.microsoft.com/office/powerpoint/2010/main" val="3720577332"/>
              </p:ext>
            </p:extLst>
          </p:nvPr>
        </p:nvGraphicFramePr>
        <p:xfrm>
          <a:off x="1625600" y="1651946"/>
          <a:ext cx="8978900" cy="2989279"/>
        </p:xfrm>
        <a:graphic>
          <a:graphicData uri="http://schemas.openxmlformats.org/drawingml/2006/table">
            <a:tbl>
              <a:tblPr firstRow="1" bandRow="1">
                <a:tableStyleId>{5C22544A-7EE6-4342-B048-85BDC9FD1C3A}</a:tableStyleId>
              </a:tblPr>
              <a:tblGrid>
                <a:gridCol w="2297130">
                  <a:extLst>
                    <a:ext uri="{9D8B030D-6E8A-4147-A177-3AD203B41FA5}">
                      <a16:colId xmlns:a16="http://schemas.microsoft.com/office/drawing/2014/main" val="336142688"/>
                    </a:ext>
                  </a:extLst>
                </a:gridCol>
                <a:gridCol w="1823730">
                  <a:extLst>
                    <a:ext uri="{9D8B030D-6E8A-4147-A177-3AD203B41FA5}">
                      <a16:colId xmlns:a16="http://schemas.microsoft.com/office/drawing/2014/main" val="2806243620"/>
                    </a:ext>
                  </a:extLst>
                </a:gridCol>
                <a:gridCol w="1686728">
                  <a:extLst>
                    <a:ext uri="{9D8B030D-6E8A-4147-A177-3AD203B41FA5}">
                      <a16:colId xmlns:a16="http://schemas.microsoft.com/office/drawing/2014/main" val="240767857"/>
                    </a:ext>
                  </a:extLst>
                </a:gridCol>
                <a:gridCol w="1585656">
                  <a:extLst>
                    <a:ext uri="{9D8B030D-6E8A-4147-A177-3AD203B41FA5}">
                      <a16:colId xmlns:a16="http://schemas.microsoft.com/office/drawing/2014/main" val="4095113695"/>
                    </a:ext>
                  </a:extLst>
                </a:gridCol>
                <a:gridCol w="1585656">
                  <a:extLst>
                    <a:ext uri="{9D8B030D-6E8A-4147-A177-3AD203B41FA5}">
                      <a16:colId xmlns:a16="http://schemas.microsoft.com/office/drawing/2014/main" val="49253611"/>
                    </a:ext>
                  </a:extLst>
                </a:gridCol>
              </a:tblGrid>
              <a:tr h="1154754">
                <a:tc>
                  <a:txBody>
                    <a:bodyPr/>
                    <a:lstStyle/>
                    <a:p>
                      <a:pPr algn="ctr"/>
                      <a:r>
                        <a:rPr lang="en-GB" sz="2000" dirty="0"/>
                        <a:t>BS Degree Details with name of university</a:t>
                      </a:r>
                      <a:endParaRPr lang="en-PK"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dirty="0"/>
                        <a:t>Admission Date</a:t>
                      </a:r>
                      <a:endParaRPr lang="en-PK" sz="2000" dirty="0"/>
                    </a:p>
                  </a:txBody>
                  <a:tcPr anchor="ctr"/>
                </a:tc>
                <a:tc>
                  <a:txBody>
                    <a:bodyPr/>
                    <a:lstStyle/>
                    <a:p>
                      <a:pPr algn="ctr"/>
                      <a:r>
                        <a:rPr lang="en-GB" sz="2000" dirty="0"/>
                        <a:t>Course Work CGPA</a:t>
                      </a:r>
                      <a:endParaRPr lang="en-PK" sz="200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000" dirty="0"/>
                        <a:t>1</a:t>
                      </a:r>
                      <a:r>
                        <a:rPr lang="en-GB" sz="2000" baseline="30000" dirty="0"/>
                        <a:t>st</a:t>
                      </a:r>
                      <a:r>
                        <a:rPr lang="en-GB" sz="2000" dirty="0"/>
                        <a:t> Time Research Registration</a:t>
                      </a:r>
                      <a:endParaRPr lang="en-PK" sz="2000" dirty="0"/>
                    </a:p>
                    <a:p>
                      <a:pPr algn="ctr"/>
                      <a:endParaRPr lang="en-PK" sz="2000" dirty="0"/>
                    </a:p>
                  </a:txBody>
                  <a:tcPr anchor="ctr"/>
                </a:tc>
                <a:tc>
                  <a:txBody>
                    <a:bodyPr/>
                    <a:lstStyle/>
                    <a:p>
                      <a:pPr algn="ctr"/>
                      <a:r>
                        <a:rPr lang="en-GB" sz="2000" dirty="0"/>
                        <a:t>Remarks</a:t>
                      </a:r>
                      <a:endParaRPr lang="en-PK" sz="2000" dirty="0"/>
                    </a:p>
                  </a:txBody>
                  <a:tcPr anchor="ctr"/>
                </a:tc>
                <a:extLst>
                  <a:ext uri="{0D108BD9-81ED-4DB2-BD59-A6C34878D82A}">
                    <a16:rowId xmlns:a16="http://schemas.microsoft.com/office/drawing/2014/main" val="319129320"/>
                  </a:ext>
                </a:extLst>
              </a:tr>
              <a:tr h="1678639">
                <a:tc>
                  <a:txBody>
                    <a:bodyPr/>
                    <a:lstStyle/>
                    <a:p>
                      <a:r>
                        <a:rPr lang="en-GB" dirty="0"/>
                        <a:t>Bs Software Engineering</a:t>
                      </a:r>
                    </a:p>
                    <a:p>
                      <a:r>
                        <a:rPr lang="en-GB" dirty="0"/>
                        <a:t>Comsats University Islamabad, Abbottabad Campus</a:t>
                      </a:r>
                      <a:endParaRPr lang="en-PK" dirty="0"/>
                    </a:p>
                  </a:txBody>
                  <a:tcPr/>
                </a:tc>
                <a:tc>
                  <a:txBody>
                    <a:bodyPr/>
                    <a:lstStyle/>
                    <a:p>
                      <a:r>
                        <a:rPr lang="en-GB" dirty="0"/>
                        <a:t>15/Sep/20</a:t>
                      </a:r>
                      <a:endParaRPr lang="en-PK" dirty="0"/>
                    </a:p>
                  </a:txBody>
                  <a:tcPr/>
                </a:tc>
                <a:tc>
                  <a:txBody>
                    <a:bodyPr/>
                    <a:lstStyle/>
                    <a:p>
                      <a:r>
                        <a:rPr lang="en-GB" dirty="0"/>
                        <a:t>3.17</a:t>
                      </a:r>
                      <a:endParaRPr lang="en-PK" dirty="0"/>
                    </a:p>
                  </a:txBody>
                  <a:tcPr/>
                </a:tc>
                <a:tc>
                  <a:txBody>
                    <a:bodyPr/>
                    <a:lstStyle/>
                    <a:p>
                      <a:r>
                        <a:rPr lang="en-GB" dirty="0"/>
                        <a:t>15/oct/25</a:t>
                      </a:r>
                      <a:endParaRPr lang="en-PK" dirty="0"/>
                    </a:p>
                  </a:txBody>
                  <a:tcPr/>
                </a:tc>
                <a:tc>
                  <a:txBody>
                    <a:bodyPr/>
                    <a:lstStyle/>
                    <a:p>
                      <a:endParaRPr lang="en-PK" dirty="0"/>
                    </a:p>
                  </a:txBody>
                  <a:tcPr/>
                </a:tc>
                <a:extLst>
                  <a:ext uri="{0D108BD9-81ED-4DB2-BD59-A6C34878D82A}">
                    <a16:rowId xmlns:a16="http://schemas.microsoft.com/office/drawing/2014/main" val="3662652349"/>
                  </a:ext>
                </a:extLst>
              </a:tr>
            </a:tbl>
          </a:graphicData>
        </a:graphic>
      </p:graphicFrame>
      <p:pic>
        <p:nvPicPr>
          <p:cNvPr id="6" name="Picture 5">
            <a:extLst>
              <a:ext uri="{FF2B5EF4-FFF2-40B4-BE49-F238E27FC236}">
                <a16:creationId xmlns:a16="http://schemas.microsoft.com/office/drawing/2014/main" id="{A118EEB5-55C6-110A-A2D4-B747F6052C13}"/>
              </a:ext>
            </a:extLst>
          </p:cNvPr>
          <p:cNvPicPr>
            <a:picLocks noChangeAspect="1"/>
          </p:cNvPicPr>
          <p:nvPr/>
        </p:nvPicPr>
        <p:blipFill>
          <a:blip r:embed="rId3"/>
          <a:stretch>
            <a:fillRect/>
          </a:stretch>
        </p:blipFill>
        <p:spPr>
          <a:xfrm>
            <a:off x="10185400" y="1"/>
            <a:ext cx="1952763" cy="1291870"/>
          </a:xfrm>
          <a:prstGeom prst="rect">
            <a:avLst/>
          </a:prstGeom>
        </p:spPr>
      </p:pic>
    </p:spTree>
    <p:extLst>
      <p:ext uri="{BB962C8B-B14F-4D97-AF65-F5344CB8AC3E}">
        <p14:creationId xmlns:p14="http://schemas.microsoft.com/office/powerpoint/2010/main" val="468301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500"/>
                                        <p:tgtEl>
                                          <p:spTgt spid="32"/>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fade">
                                      <p:cBhvr>
                                        <p:cTn id="11" dur="500"/>
                                        <p:tgtEl>
                                          <p:spTgt spid="25"/>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fade">
                                      <p:cBhvr>
                                        <p:cTn id="15"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C1E72-983C-A54F-5ADD-11A8983D80A6}"/>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9FE15F1C-AE4D-526E-F973-C9D49B8870D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2432171" cy="1377391"/>
          </a:xfrm>
          <a:prstGeom prst="rect">
            <a:avLst/>
          </a:prstGeom>
        </p:spPr>
      </p:pic>
      <p:sp>
        <p:nvSpPr>
          <p:cNvPr id="5" name="矩形 4">
            <a:extLst>
              <a:ext uri="{FF2B5EF4-FFF2-40B4-BE49-F238E27FC236}">
                <a16:creationId xmlns:a16="http://schemas.microsoft.com/office/drawing/2014/main" id="{6014F35D-2B38-C7E0-1834-2FAFC82FD373}"/>
              </a:ext>
            </a:extLst>
          </p:cNvPr>
          <p:cNvSpPr/>
          <p:nvPr/>
        </p:nvSpPr>
        <p:spPr>
          <a:xfrm>
            <a:off x="1341" y="6635309"/>
            <a:ext cx="12189324" cy="856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6775" fontAlgn="base">
              <a:spcBef>
                <a:spcPct val="0"/>
              </a:spcBef>
              <a:spcAft>
                <a:spcPct val="0"/>
              </a:spcAft>
            </a:pPr>
            <a:endParaRPr lang="zh-CN" altLang="en-US" sz="1900" dirty="0">
              <a:solidFill>
                <a:prstClr val="white"/>
              </a:solidFill>
              <a:latin typeface="Barlow Condensed" panose="00000506000000000000" charset="0"/>
              <a:ea typeface="Barlow Condensed" panose="00000506000000000000" charset="0"/>
              <a:cs typeface="Barlow Condensed" panose="00000506000000000000" charset="0"/>
              <a:sym typeface="Arial" panose="020B0604020202020204" pitchFamily="34" charset="0"/>
            </a:endParaRPr>
          </a:p>
        </p:txBody>
      </p:sp>
      <p:sp>
        <p:nvSpPr>
          <p:cNvPr id="6" name="TextBox 30">
            <a:extLst>
              <a:ext uri="{FF2B5EF4-FFF2-40B4-BE49-F238E27FC236}">
                <a16:creationId xmlns:a16="http://schemas.microsoft.com/office/drawing/2014/main" id="{0464A1D2-81FE-AFAC-2F5F-CA0C3D798B92}"/>
              </a:ext>
            </a:extLst>
          </p:cNvPr>
          <p:cNvSpPr txBox="1"/>
          <p:nvPr/>
        </p:nvSpPr>
        <p:spPr bwMode="auto">
          <a:xfrm>
            <a:off x="1123272" y="1377391"/>
            <a:ext cx="11067393" cy="1785104"/>
          </a:xfrm>
          <a:prstGeom prst="rect">
            <a:avLst/>
          </a:prstGeom>
          <a:noFill/>
        </p:spPr>
        <p:txBody>
          <a:bodyPr wrap="square">
            <a:spAutoFit/>
          </a:bodyPr>
          <a:lstStyle/>
          <a:p>
            <a:pPr defTabSz="866775">
              <a:defRPr/>
            </a:pPr>
            <a:endParaRPr lang="en-US" sz="1600" b="1" dirty="0">
              <a:solidFill>
                <a:prstClr val="black">
                  <a:lumMod val="65000"/>
                  <a:lumOff val="35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a:p>
            <a:pPr defTabSz="866775">
              <a:defRPr/>
            </a:pPr>
            <a:endParaRPr lang="en-US" sz="1600" dirty="0">
              <a:solidFill>
                <a:prstClr val="black">
                  <a:lumMod val="65000"/>
                  <a:lumOff val="35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a:p>
            <a:pPr defTabSz="866775">
              <a:defRPr/>
            </a:pPr>
            <a:endParaRPr lang="en-US" sz="1600" dirty="0">
              <a:solidFill>
                <a:prstClr val="black">
                  <a:lumMod val="65000"/>
                  <a:lumOff val="35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a:p>
            <a:pPr defTabSz="866775">
              <a:defRPr/>
            </a:pPr>
            <a:endParaRPr lang="en-US" sz="1600" dirty="0">
              <a:solidFill>
                <a:prstClr val="black">
                  <a:lumMod val="65000"/>
                  <a:lumOff val="35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a:p>
            <a:pPr defTabSz="866775">
              <a:defRPr/>
            </a:pPr>
            <a:endParaRPr lang="en-US" sz="1600" dirty="0">
              <a:solidFill>
                <a:prstClr val="black">
                  <a:lumMod val="65000"/>
                  <a:lumOff val="35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a:p>
            <a:pPr defTabSz="866775">
              <a:defRPr/>
            </a:pPr>
            <a:endParaRPr lang="en-US" sz="1600" b="1" dirty="0">
              <a:solidFill>
                <a:prstClr val="black">
                  <a:lumMod val="65000"/>
                  <a:lumOff val="35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a:p>
            <a:pPr defTabSz="866775">
              <a:defRPr/>
            </a:pPr>
            <a:endParaRPr lang="en-US" sz="1400" dirty="0">
              <a:solidFill>
                <a:prstClr val="black">
                  <a:lumMod val="65000"/>
                  <a:lumOff val="35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p:txBody>
      </p:sp>
      <p:pic>
        <p:nvPicPr>
          <p:cNvPr id="8" name="Picture 7">
            <a:extLst>
              <a:ext uri="{FF2B5EF4-FFF2-40B4-BE49-F238E27FC236}">
                <a16:creationId xmlns:a16="http://schemas.microsoft.com/office/drawing/2014/main" id="{19B0C26B-221B-745C-F996-38C2C9E26A14}"/>
              </a:ext>
            </a:extLst>
          </p:cNvPr>
          <p:cNvPicPr>
            <a:picLocks noChangeAspect="1"/>
          </p:cNvPicPr>
          <p:nvPr/>
        </p:nvPicPr>
        <p:blipFill>
          <a:blip r:embed="rId3"/>
          <a:stretch>
            <a:fillRect/>
          </a:stretch>
        </p:blipFill>
        <p:spPr>
          <a:xfrm>
            <a:off x="10239776" y="84927"/>
            <a:ext cx="1950889" cy="1292464"/>
          </a:xfrm>
          <a:prstGeom prst="rect">
            <a:avLst/>
          </a:prstGeom>
        </p:spPr>
      </p:pic>
      <p:sp>
        <p:nvSpPr>
          <p:cNvPr id="9" name="Title 8">
            <a:extLst>
              <a:ext uri="{FF2B5EF4-FFF2-40B4-BE49-F238E27FC236}">
                <a16:creationId xmlns:a16="http://schemas.microsoft.com/office/drawing/2014/main" id="{831F3CA3-28B2-8BFD-B8B0-5C6B37F77324}"/>
              </a:ext>
            </a:extLst>
          </p:cNvPr>
          <p:cNvSpPr>
            <a:spLocks noGrp="1"/>
          </p:cNvSpPr>
          <p:nvPr>
            <p:ph type="title"/>
          </p:nvPr>
        </p:nvSpPr>
        <p:spPr>
          <a:xfrm>
            <a:off x="838200" y="270889"/>
            <a:ext cx="10515600" cy="1325563"/>
          </a:xfrm>
        </p:spPr>
        <p:txBody>
          <a:bodyPr>
            <a:normAutofit/>
          </a:bodyPr>
          <a:lstStyle/>
          <a:p>
            <a:r>
              <a:rPr lang="en-GB" altLang="zh-CN" sz="4400" b="1" dirty="0">
                <a:solidFill>
                  <a:srgbClr val="379EDA"/>
                </a:solidFill>
                <a:latin typeface="Barlow Condensed" panose="00000506000000000000" charset="0"/>
                <a:ea typeface="Barlow Condensed" panose="00000506000000000000" charset="0"/>
                <a:cs typeface="Barlow Condensed" panose="00000506000000000000" charset="0"/>
              </a:rPr>
              <a:t>                     INTRODUCTION/BACKGROUND</a:t>
            </a:r>
            <a:br>
              <a:rPr lang="en-GB" altLang="zh-CN" sz="4400" b="1" dirty="0">
                <a:solidFill>
                  <a:srgbClr val="379EDA"/>
                </a:solidFill>
                <a:latin typeface="Barlow Condensed" panose="00000506000000000000" charset="0"/>
                <a:ea typeface="Barlow Condensed" panose="00000506000000000000" charset="0"/>
                <a:cs typeface="Barlow Condensed" panose="00000506000000000000" charset="0"/>
              </a:rPr>
            </a:br>
            <a:endParaRPr lang="en-US" sz="2200" dirty="0"/>
          </a:p>
        </p:txBody>
      </p:sp>
      <p:sp>
        <p:nvSpPr>
          <p:cNvPr id="10" name="Content Placeholder 9">
            <a:extLst>
              <a:ext uri="{FF2B5EF4-FFF2-40B4-BE49-F238E27FC236}">
                <a16:creationId xmlns:a16="http://schemas.microsoft.com/office/drawing/2014/main" id="{F655E88A-91DD-107C-1D70-0C2BF60903AE}"/>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AI systems face ethical issues such as fairness, accountability, transparency, and privacy during development.</a:t>
            </a:r>
          </a:p>
          <a:p>
            <a:r>
              <a:rPr lang="en-US" dirty="0">
                <a:latin typeface="Times New Roman" panose="02020603050405020304" pitchFamily="18" charset="0"/>
                <a:cs typeface="Times New Roman" panose="02020603050405020304" pitchFamily="18" charset="0"/>
              </a:rPr>
              <a:t>Traditional Requirement Engineering (RE) does not define measurable ethical requirements.</a:t>
            </a:r>
          </a:p>
          <a:p>
            <a:r>
              <a:rPr lang="en-US" dirty="0">
                <a:latin typeface="Times New Roman" panose="02020603050405020304" pitchFamily="18" charset="0"/>
                <a:cs typeface="Times New Roman" panose="02020603050405020304" pitchFamily="18" charset="0"/>
              </a:rPr>
              <a:t>This research proposes an AI-assisted RE framework to embed and validate ethical requirements across the RE lifecycle.</a:t>
            </a:r>
            <a:endParaRPr lang="en-GB" dirty="0">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539905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5AD13-8BF3-0F55-C392-9D0250B627D6}"/>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ADCA370F-8E58-172A-91AA-7910D128806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2432171" cy="1377391"/>
          </a:xfrm>
          <a:prstGeom prst="rect">
            <a:avLst/>
          </a:prstGeom>
        </p:spPr>
      </p:pic>
      <p:sp>
        <p:nvSpPr>
          <p:cNvPr id="5" name="矩形 4">
            <a:extLst>
              <a:ext uri="{FF2B5EF4-FFF2-40B4-BE49-F238E27FC236}">
                <a16:creationId xmlns:a16="http://schemas.microsoft.com/office/drawing/2014/main" id="{82663F2F-E688-2336-5742-CEA6117B5A4A}"/>
              </a:ext>
            </a:extLst>
          </p:cNvPr>
          <p:cNvSpPr/>
          <p:nvPr/>
        </p:nvSpPr>
        <p:spPr>
          <a:xfrm>
            <a:off x="1341" y="6635309"/>
            <a:ext cx="12189324" cy="856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6775" fontAlgn="base">
              <a:spcBef>
                <a:spcPct val="0"/>
              </a:spcBef>
              <a:spcAft>
                <a:spcPct val="0"/>
              </a:spcAft>
            </a:pPr>
            <a:endParaRPr lang="zh-CN" altLang="en-US" sz="1900" dirty="0">
              <a:solidFill>
                <a:prstClr val="white"/>
              </a:solidFill>
              <a:latin typeface="Barlow Condensed" panose="00000506000000000000" charset="0"/>
              <a:ea typeface="Barlow Condensed" panose="00000506000000000000" charset="0"/>
              <a:cs typeface="Barlow Condensed" panose="00000506000000000000" charset="0"/>
              <a:sym typeface="Arial" panose="020B0604020202020204" pitchFamily="34" charset="0"/>
            </a:endParaRPr>
          </a:p>
        </p:txBody>
      </p:sp>
      <p:sp>
        <p:nvSpPr>
          <p:cNvPr id="6" name="TextBox 30">
            <a:extLst>
              <a:ext uri="{FF2B5EF4-FFF2-40B4-BE49-F238E27FC236}">
                <a16:creationId xmlns:a16="http://schemas.microsoft.com/office/drawing/2014/main" id="{BAA697ED-DB9B-477B-2B7B-3CBC143175A2}"/>
              </a:ext>
            </a:extLst>
          </p:cNvPr>
          <p:cNvSpPr txBox="1"/>
          <p:nvPr/>
        </p:nvSpPr>
        <p:spPr bwMode="auto">
          <a:xfrm>
            <a:off x="1123272" y="1377391"/>
            <a:ext cx="11067393" cy="1785104"/>
          </a:xfrm>
          <a:prstGeom prst="rect">
            <a:avLst/>
          </a:prstGeom>
          <a:noFill/>
        </p:spPr>
        <p:txBody>
          <a:bodyPr wrap="square">
            <a:spAutoFit/>
          </a:bodyPr>
          <a:lstStyle/>
          <a:p>
            <a:pPr defTabSz="866775">
              <a:defRPr/>
            </a:pPr>
            <a:endParaRPr lang="en-US" sz="1600" b="1" dirty="0">
              <a:solidFill>
                <a:prstClr val="black">
                  <a:lumMod val="65000"/>
                  <a:lumOff val="35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a:p>
            <a:pPr defTabSz="866775">
              <a:defRPr/>
            </a:pPr>
            <a:endParaRPr lang="en-US" sz="1600" dirty="0">
              <a:solidFill>
                <a:prstClr val="black">
                  <a:lumMod val="65000"/>
                  <a:lumOff val="35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a:p>
            <a:pPr defTabSz="866775">
              <a:defRPr/>
            </a:pPr>
            <a:endParaRPr lang="en-US" sz="1600" dirty="0">
              <a:solidFill>
                <a:prstClr val="black">
                  <a:lumMod val="65000"/>
                  <a:lumOff val="35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a:p>
            <a:pPr defTabSz="866775">
              <a:defRPr/>
            </a:pPr>
            <a:endParaRPr lang="en-US" sz="1600" dirty="0">
              <a:solidFill>
                <a:prstClr val="black">
                  <a:lumMod val="65000"/>
                  <a:lumOff val="35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a:p>
            <a:pPr defTabSz="866775">
              <a:defRPr/>
            </a:pPr>
            <a:endParaRPr lang="en-US" sz="1600" dirty="0">
              <a:solidFill>
                <a:prstClr val="black">
                  <a:lumMod val="65000"/>
                  <a:lumOff val="35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a:p>
            <a:pPr defTabSz="866775">
              <a:defRPr/>
            </a:pPr>
            <a:endParaRPr lang="en-US" sz="1600" b="1" dirty="0">
              <a:solidFill>
                <a:prstClr val="black">
                  <a:lumMod val="65000"/>
                  <a:lumOff val="35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a:p>
            <a:pPr defTabSz="866775">
              <a:defRPr/>
            </a:pPr>
            <a:endParaRPr lang="en-US" sz="1400" dirty="0">
              <a:solidFill>
                <a:prstClr val="black">
                  <a:lumMod val="65000"/>
                  <a:lumOff val="35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p:txBody>
      </p:sp>
      <p:pic>
        <p:nvPicPr>
          <p:cNvPr id="8" name="Picture 7">
            <a:extLst>
              <a:ext uri="{FF2B5EF4-FFF2-40B4-BE49-F238E27FC236}">
                <a16:creationId xmlns:a16="http://schemas.microsoft.com/office/drawing/2014/main" id="{029674D9-C563-258B-DDBC-91EF1CF32EC5}"/>
              </a:ext>
            </a:extLst>
          </p:cNvPr>
          <p:cNvPicPr>
            <a:picLocks noChangeAspect="1"/>
          </p:cNvPicPr>
          <p:nvPr/>
        </p:nvPicPr>
        <p:blipFill>
          <a:blip r:embed="rId3"/>
          <a:stretch>
            <a:fillRect/>
          </a:stretch>
        </p:blipFill>
        <p:spPr>
          <a:xfrm>
            <a:off x="10239776" y="84927"/>
            <a:ext cx="1950889" cy="1292464"/>
          </a:xfrm>
          <a:prstGeom prst="rect">
            <a:avLst/>
          </a:prstGeom>
        </p:spPr>
      </p:pic>
      <p:sp>
        <p:nvSpPr>
          <p:cNvPr id="9" name="Title 8">
            <a:extLst>
              <a:ext uri="{FF2B5EF4-FFF2-40B4-BE49-F238E27FC236}">
                <a16:creationId xmlns:a16="http://schemas.microsoft.com/office/drawing/2014/main" id="{E7F10555-A372-016F-E28A-354143DE0079}"/>
              </a:ext>
            </a:extLst>
          </p:cNvPr>
          <p:cNvSpPr>
            <a:spLocks noGrp="1"/>
          </p:cNvSpPr>
          <p:nvPr>
            <p:ph type="title"/>
          </p:nvPr>
        </p:nvSpPr>
        <p:spPr>
          <a:xfrm>
            <a:off x="838200" y="270889"/>
            <a:ext cx="10515600" cy="1325563"/>
          </a:xfrm>
        </p:spPr>
        <p:txBody>
          <a:bodyPr>
            <a:normAutofit/>
          </a:bodyPr>
          <a:lstStyle/>
          <a:p>
            <a:r>
              <a:rPr lang="en-GB" altLang="zh-CN" sz="4400" b="1" dirty="0">
                <a:solidFill>
                  <a:srgbClr val="379EDA"/>
                </a:solidFill>
                <a:latin typeface="Barlow Condensed" panose="00000506000000000000" charset="0"/>
                <a:ea typeface="Barlow Condensed" panose="00000506000000000000" charset="0"/>
                <a:cs typeface="Barlow Condensed" panose="00000506000000000000" charset="0"/>
              </a:rPr>
              <a:t>                        RESEARCH QUESTION</a:t>
            </a:r>
            <a:br>
              <a:rPr lang="en-GB" altLang="zh-CN" sz="4400" b="1" dirty="0">
                <a:solidFill>
                  <a:srgbClr val="379EDA"/>
                </a:solidFill>
                <a:latin typeface="Barlow Condensed" panose="00000506000000000000" charset="0"/>
                <a:ea typeface="Barlow Condensed" panose="00000506000000000000" charset="0"/>
                <a:cs typeface="Barlow Condensed" panose="00000506000000000000" charset="0"/>
              </a:rPr>
            </a:br>
            <a:endParaRPr lang="en-US" sz="2200" dirty="0"/>
          </a:p>
        </p:txBody>
      </p:sp>
      <p:sp>
        <p:nvSpPr>
          <p:cNvPr id="10" name="Content Placeholder 9">
            <a:extLst>
              <a:ext uri="{FF2B5EF4-FFF2-40B4-BE49-F238E27FC236}">
                <a16:creationId xmlns:a16="http://schemas.microsoft.com/office/drawing/2014/main" id="{48A4CBEE-9671-230D-9CE0-4B09AD5C4EDC}"/>
              </a:ext>
            </a:extLst>
          </p:cNvPr>
          <p:cNvSpPr>
            <a:spLocks noGrp="1"/>
          </p:cNvSpPr>
          <p:nvPr>
            <p:ph idx="1"/>
          </p:nvPr>
        </p:nvSpPr>
        <p:spPr/>
        <p:txBody>
          <a:bodyPr/>
          <a:lstStyle/>
          <a:p>
            <a:pPr lvl="0"/>
            <a:r>
              <a:rPr lang="en-US" dirty="0"/>
              <a:t>How do we incorporate the explainability, privacy, fairness, and accountability in the AI requirements?</a:t>
            </a:r>
            <a:endParaRPr lang="en-GB" dirty="0"/>
          </a:p>
          <a:p>
            <a:pPr marL="0" indent="0">
              <a:buNone/>
            </a:pPr>
            <a:endParaRPr lang="en-GB" dirty="0"/>
          </a:p>
          <a:p>
            <a:pPr lvl="0"/>
            <a:r>
              <a:rPr lang="en-US" dirty="0"/>
              <a:t>How can an online tool be applied to monitor and observe ethical standards in the creation of AI?</a:t>
            </a:r>
            <a:endParaRPr lang="en-GB" dirty="0"/>
          </a:p>
          <a:p>
            <a:endParaRPr lang="en-US" dirty="0"/>
          </a:p>
        </p:txBody>
      </p:sp>
    </p:spTree>
    <p:extLst>
      <p:ext uri="{BB962C8B-B14F-4D97-AF65-F5344CB8AC3E}">
        <p14:creationId xmlns:p14="http://schemas.microsoft.com/office/powerpoint/2010/main" val="1551648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1D412-5935-95EE-2EA2-04C4738F7865}"/>
            </a:ext>
          </a:extLst>
        </p:cNvPr>
        <p:cNvGrpSpPr/>
        <p:nvPr/>
      </p:nvGrpSpPr>
      <p:grpSpPr>
        <a:xfrm>
          <a:off x="0" y="0"/>
          <a:ext cx="0" cy="0"/>
          <a:chOff x="0" y="0"/>
          <a:chExt cx="0" cy="0"/>
        </a:xfrm>
      </p:grpSpPr>
      <p:pic>
        <p:nvPicPr>
          <p:cNvPr id="4" name="图片 3">
            <a:extLst>
              <a:ext uri="{FF2B5EF4-FFF2-40B4-BE49-F238E27FC236}">
                <a16:creationId xmlns:a16="http://schemas.microsoft.com/office/drawing/2014/main" id="{8EFC2C51-4DDF-A563-731B-ED41AB5F80B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2432171" cy="1377391"/>
          </a:xfrm>
          <a:prstGeom prst="rect">
            <a:avLst/>
          </a:prstGeom>
        </p:spPr>
      </p:pic>
      <p:sp>
        <p:nvSpPr>
          <p:cNvPr id="5" name="矩形 4">
            <a:extLst>
              <a:ext uri="{FF2B5EF4-FFF2-40B4-BE49-F238E27FC236}">
                <a16:creationId xmlns:a16="http://schemas.microsoft.com/office/drawing/2014/main" id="{E03A8856-0285-3C32-AE3E-DF3378C8C70E}"/>
              </a:ext>
            </a:extLst>
          </p:cNvPr>
          <p:cNvSpPr/>
          <p:nvPr/>
        </p:nvSpPr>
        <p:spPr>
          <a:xfrm>
            <a:off x="1341" y="6635309"/>
            <a:ext cx="12189324" cy="856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6775" fontAlgn="base">
              <a:spcBef>
                <a:spcPct val="0"/>
              </a:spcBef>
              <a:spcAft>
                <a:spcPct val="0"/>
              </a:spcAft>
            </a:pPr>
            <a:endParaRPr lang="zh-CN" altLang="en-US" sz="1900" dirty="0">
              <a:solidFill>
                <a:prstClr val="white"/>
              </a:solidFill>
              <a:latin typeface="Barlow Condensed" panose="00000506000000000000" charset="0"/>
              <a:ea typeface="Barlow Condensed" panose="00000506000000000000" charset="0"/>
              <a:cs typeface="Barlow Condensed" panose="00000506000000000000" charset="0"/>
              <a:sym typeface="Arial" panose="020B0604020202020204" pitchFamily="34" charset="0"/>
            </a:endParaRPr>
          </a:p>
        </p:txBody>
      </p:sp>
      <p:sp>
        <p:nvSpPr>
          <p:cNvPr id="6" name="TextBox 30">
            <a:extLst>
              <a:ext uri="{FF2B5EF4-FFF2-40B4-BE49-F238E27FC236}">
                <a16:creationId xmlns:a16="http://schemas.microsoft.com/office/drawing/2014/main" id="{9278717E-A5A7-FF2D-D49B-3692FE91D538}"/>
              </a:ext>
            </a:extLst>
          </p:cNvPr>
          <p:cNvSpPr txBox="1"/>
          <p:nvPr/>
        </p:nvSpPr>
        <p:spPr bwMode="auto">
          <a:xfrm>
            <a:off x="1123272" y="1377391"/>
            <a:ext cx="11067393" cy="1785104"/>
          </a:xfrm>
          <a:prstGeom prst="rect">
            <a:avLst/>
          </a:prstGeom>
          <a:noFill/>
        </p:spPr>
        <p:txBody>
          <a:bodyPr wrap="square">
            <a:spAutoFit/>
          </a:bodyPr>
          <a:lstStyle/>
          <a:p>
            <a:pPr defTabSz="866775">
              <a:defRPr/>
            </a:pPr>
            <a:endParaRPr lang="en-US" sz="1600" b="1" dirty="0">
              <a:solidFill>
                <a:prstClr val="black">
                  <a:lumMod val="65000"/>
                  <a:lumOff val="35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a:p>
            <a:pPr defTabSz="866775">
              <a:defRPr/>
            </a:pPr>
            <a:endParaRPr lang="en-US" sz="1600" dirty="0">
              <a:solidFill>
                <a:prstClr val="black">
                  <a:lumMod val="65000"/>
                  <a:lumOff val="35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a:p>
            <a:pPr defTabSz="866775">
              <a:defRPr/>
            </a:pPr>
            <a:endParaRPr lang="en-US" sz="1600" dirty="0">
              <a:solidFill>
                <a:prstClr val="black">
                  <a:lumMod val="65000"/>
                  <a:lumOff val="35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a:p>
            <a:pPr defTabSz="866775">
              <a:defRPr/>
            </a:pPr>
            <a:endParaRPr lang="en-US" sz="1600" dirty="0">
              <a:solidFill>
                <a:prstClr val="black">
                  <a:lumMod val="65000"/>
                  <a:lumOff val="35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a:p>
            <a:pPr defTabSz="866775">
              <a:defRPr/>
            </a:pPr>
            <a:endParaRPr lang="en-US" sz="1600" dirty="0">
              <a:solidFill>
                <a:prstClr val="black">
                  <a:lumMod val="65000"/>
                  <a:lumOff val="35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a:p>
            <a:pPr defTabSz="866775">
              <a:defRPr/>
            </a:pPr>
            <a:endParaRPr lang="en-US" sz="1600" b="1" dirty="0">
              <a:solidFill>
                <a:prstClr val="black">
                  <a:lumMod val="65000"/>
                  <a:lumOff val="35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a:p>
            <a:pPr defTabSz="866775">
              <a:defRPr/>
            </a:pPr>
            <a:endParaRPr lang="en-US" sz="1400" dirty="0">
              <a:solidFill>
                <a:prstClr val="black">
                  <a:lumMod val="65000"/>
                  <a:lumOff val="35000"/>
                </a:prstClr>
              </a:solidFill>
              <a:latin typeface="Barlow Condensed" panose="00000506000000000000" charset="0"/>
              <a:ea typeface="Barlow Condensed" panose="00000506000000000000" charset="0"/>
              <a:cs typeface="Barlow Condensed" panose="00000506000000000000" charset="0"/>
              <a:sym typeface="Barlow Condensed" panose="00000506000000000000" charset="0"/>
            </a:endParaRPr>
          </a:p>
        </p:txBody>
      </p:sp>
      <p:pic>
        <p:nvPicPr>
          <p:cNvPr id="8" name="Picture 7">
            <a:extLst>
              <a:ext uri="{FF2B5EF4-FFF2-40B4-BE49-F238E27FC236}">
                <a16:creationId xmlns:a16="http://schemas.microsoft.com/office/drawing/2014/main" id="{02F908B5-38E6-CAEE-08F4-FBA624922730}"/>
              </a:ext>
            </a:extLst>
          </p:cNvPr>
          <p:cNvPicPr>
            <a:picLocks noChangeAspect="1"/>
          </p:cNvPicPr>
          <p:nvPr/>
        </p:nvPicPr>
        <p:blipFill>
          <a:blip r:embed="rId3"/>
          <a:stretch>
            <a:fillRect/>
          </a:stretch>
        </p:blipFill>
        <p:spPr>
          <a:xfrm>
            <a:off x="10239776" y="84927"/>
            <a:ext cx="1950889" cy="1292464"/>
          </a:xfrm>
          <a:prstGeom prst="rect">
            <a:avLst/>
          </a:prstGeom>
        </p:spPr>
      </p:pic>
      <p:sp>
        <p:nvSpPr>
          <p:cNvPr id="9" name="Title 8">
            <a:extLst>
              <a:ext uri="{FF2B5EF4-FFF2-40B4-BE49-F238E27FC236}">
                <a16:creationId xmlns:a16="http://schemas.microsoft.com/office/drawing/2014/main" id="{ED5C1B77-276C-DF50-C354-7DB4767131CB}"/>
              </a:ext>
            </a:extLst>
          </p:cNvPr>
          <p:cNvSpPr>
            <a:spLocks noGrp="1"/>
          </p:cNvSpPr>
          <p:nvPr>
            <p:ph type="title"/>
          </p:nvPr>
        </p:nvSpPr>
        <p:spPr>
          <a:xfrm>
            <a:off x="838200" y="270889"/>
            <a:ext cx="10515600" cy="1325563"/>
          </a:xfrm>
        </p:spPr>
        <p:txBody>
          <a:bodyPr>
            <a:normAutofit/>
          </a:bodyPr>
          <a:lstStyle/>
          <a:p>
            <a:r>
              <a:rPr lang="en-GB" altLang="zh-CN" sz="4400" b="1" dirty="0">
                <a:solidFill>
                  <a:srgbClr val="379EDA"/>
                </a:solidFill>
                <a:latin typeface="Barlow Condensed" panose="00000506000000000000" charset="0"/>
                <a:ea typeface="Barlow Condensed" panose="00000506000000000000" charset="0"/>
                <a:cs typeface="Barlow Condensed" panose="00000506000000000000" charset="0"/>
              </a:rPr>
              <a:t>                        RESEARCH OBJECTIVES </a:t>
            </a:r>
            <a:br>
              <a:rPr lang="en-GB" altLang="zh-CN" sz="4400" b="1" dirty="0">
                <a:solidFill>
                  <a:srgbClr val="379EDA"/>
                </a:solidFill>
                <a:latin typeface="Barlow Condensed" panose="00000506000000000000" charset="0"/>
                <a:ea typeface="Barlow Condensed" panose="00000506000000000000" charset="0"/>
                <a:cs typeface="Barlow Condensed" panose="00000506000000000000" charset="0"/>
              </a:rPr>
            </a:br>
            <a:endParaRPr lang="en-US" sz="2200" dirty="0"/>
          </a:p>
        </p:txBody>
      </p:sp>
      <p:sp>
        <p:nvSpPr>
          <p:cNvPr id="10" name="Content Placeholder 9">
            <a:extLst>
              <a:ext uri="{FF2B5EF4-FFF2-40B4-BE49-F238E27FC236}">
                <a16:creationId xmlns:a16="http://schemas.microsoft.com/office/drawing/2014/main" id="{5F699E3E-19C7-0E02-1CAE-C86EF379C68F}"/>
              </a:ext>
            </a:extLst>
          </p:cNvPr>
          <p:cNvSpPr>
            <a:spLocks noGrp="1"/>
          </p:cNvSpPr>
          <p:nvPr>
            <p:ph idx="1"/>
          </p:nvPr>
        </p:nvSpPr>
        <p:spPr/>
        <p:txBody>
          <a:bodyPr>
            <a:normAutofit/>
          </a:bodyPr>
          <a:lstStyle/>
          <a:p>
            <a:pPr lvl="0"/>
            <a:r>
              <a:rPr lang="en-US" sz="2400" dirty="0"/>
              <a:t>To develop a Requirement Engineering (RE) framework that applies to AI which introduces the ethical limitations of privacy, responsibility, explainability, and fairness into the process of elicitation, analysis, specification, validation, and traceability in the development of AI systems.</a:t>
            </a:r>
          </a:p>
          <a:p>
            <a:pPr marL="0" lvl="0" indent="0">
              <a:buNone/>
            </a:pPr>
            <a:endParaRPr lang="en-GB" sz="2400" dirty="0"/>
          </a:p>
          <a:p>
            <a:pPr lvl="0"/>
            <a:r>
              <a:rPr lang="en-US" sz="2400" dirty="0"/>
              <a:t>To develop and implement a web-based validating tool based on the interpretable AI models and benchmark datasets that enables the recording, measure and continuous monitoring of ethical standards.</a:t>
            </a:r>
            <a:endParaRPr lang="en-GB" sz="2400" dirty="0"/>
          </a:p>
          <a:p>
            <a:pPr marL="0" indent="0">
              <a:buNone/>
            </a:pPr>
            <a:endParaRPr lang="en-US" sz="2400" dirty="0"/>
          </a:p>
        </p:txBody>
      </p:sp>
    </p:spTree>
    <p:extLst>
      <p:ext uri="{BB962C8B-B14F-4D97-AF65-F5344CB8AC3E}">
        <p14:creationId xmlns:p14="http://schemas.microsoft.com/office/powerpoint/2010/main" val="1852266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nodePh="1">
                                  <p:stCondLst>
                                    <p:cond delay="0"/>
                                  </p:stCondLst>
                                  <p:endCondLst>
                                    <p:cond evt="begin" delay="0">
                                      <p:tn val="5"/>
                                    </p:cond>
                                  </p:end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4">
            <a:extLst>
              <a:ext uri="{FF2B5EF4-FFF2-40B4-BE49-F238E27FC236}">
                <a16:creationId xmlns:a16="http://schemas.microsoft.com/office/drawing/2014/main" id="{1D913B07-10A9-CFD8-8018-F465B7FCE18A}"/>
              </a:ext>
            </a:extLst>
          </p:cNvPr>
          <p:cNvGrpSpPr/>
          <p:nvPr/>
        </p:nvGrpSpPr>
        <p:grpSpPr>
          <a:xfrm>
            <a:off x="1" y="0"/>
            <a:ext cx="8354881" cy="1377391"/>
            <a:chOff x="1" y="0"/>
            <a:chExt cx="8354881" cy="1377391"/>
          </a:xfrm>
        </p:grpSpPr>
        <p:sp>
          <p:nvSpPr>
            <p:cNvPr id="12" name="TextBox 6">
              <a:extLst>
                <a:ext uri="{FF2B5EF4-FFF2-40B4-BE49-F238E27FC236}">
                  <a16:creationId xmlns:a16="http://schemas.microsoft.com/office/drawing/2014/main" id="{FCC1669E-7941-7050-2C4B-2C0B641F2724}"/>
                </a:ext>
              </a:extLst>
            </p:cNvPr>
            <p:cNvSpPr txBox="1"/>
            <p:nvPr/>
          </p:nvSpPr>
          <p:spPr>
            <a:xfrm>
              <a:off x="1209977" y="308132"/>
              <a:ext cx="7144905" cy="707886"/>
            </a:xfrm>
            <a:prstGeom prst="rect">
              <a:avLst/>
            </a:prstGeom>
            <a:noFill/>
          </p:spPr>
          <p:txBody>
            <a:bodyPr wrap="none" lIns="91440" tIns="45720" rIns="91440" bIns="45720" rtlCol="0">
              <a:spAutoFit/>
            </a:bodyPr>
            <a:lstStyle/>
            <a:p>
              <a:pPr defTabSz="457200"/>
              <a:r>
                <a:rPr lang="en-US" altLang="zh-CN" sz="4000" b="1" dirty="0">
                  <a:solidFill>
                    <a:srgbClr val="379EDA"/>
                  </a:solidFill>
                  <a:latin typeface="Barlow Condensed" panose="00000506000000000000" charset="0"/>
                  <a:ea typeface="Barlow Condensed" panose="00000506000000000000" charset="0"/>
                  <a:cs typeface="Barlow Condensed" panose="00000506000000000000" charset="0"/>
                </a:rPr>
                <a:t>                   INDUSTRIAL APPLICATIONS</a:t>
              </a:r>
              <a:endParaRPr lang="zh-CN" altLang="en-US" sz="4000" b="1" dirty="0">
                <a:solidFill>
                  <a:srgbClr val="379EDA"/>
                </a:solidFill>
                <a:latin typeface="Barlow Condensed" panose="00000506000000000000" charset="0"/>
                <a:ea typeface="Barlow Condensed" panose="00000506000000000000" charset="0"/>
                <a:cs typeface="Barlow Condensed" panose="00000506000000000000" charset="0"/>
              </a:endParaRPr>
            </a:p>
          </p:txBody>
        </p:sp>
        <p:pic>
          <p:nvPicPr>
            <p:cNvPr id="13" name="图片 13">
              <a:extLst>
                <a:ext uri="{FF2B5EF4-FFF2-40B4-BE49-F238E27FC236}">
                  <a16:creationId xmlns:a16="http://schemas.microsoft.com/office/drawing/2014/main" id="{27B71F59-13FA-CD06-ED79-3B75083D602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2432171" cy="1377391"/>
            </a:xfrm>
            <a:prstGeom prst="rect">
              <a:avLst/>
            </a:prstGeom>
          </p:spPr>
        </p:pic>
      </p:grpSp>
      <p:sp>
        <p:nvSpPr>
          <p:cNvPr id="14" name="矩形 15">
            <a:extLst>
              <a:ext uri="{FF2B5EF4-FFF2-40B4-BE49-F238E27FC236}">
                <a16:creationId xmlns:a16="http://schemas.microsoft.com/office/drawing/2014/main" id="{66701118-F201-1669-5ACF-B796A44C48AE}"/>
              </a:ext>
            </a:extLst>
          </p:cNvPr>
          <p:cNvSpPr/>
          <p:nvPr/>
        </p:nvSpPr>
        <p:spPr>
          <a:xfrm>
            <a:off x="1341" y="6635309"/>
            <a:ext cx="12189324" cy="856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866775" fontAlgn="base">
              <a:spcBef>
                <a:spcPct val="0"/>
              </a:spcBef>
              <a:spcAft>
                <a:spcPct val="0"/>
              </a:spcAft>
            </a:pPr>
            <a:endParaRPr lang="zh-CN" altLang="en-US" sz="1900" dirty="0">
              <a:solidFill>
                <a:prstClr val="white"/>
              </a:solidFill>
              <a:latin typeface="Barlow Condensed" panose="00000506000000000000" charset="0"/>
              <a:ea typeface="Barlow Condensed" panose="00000506000000000000" charset="0"/>
              <a:cs typeface="Barlow Condensed" panose="00000506000000000000" charset="0"/>
              <a:sym typeface="Arial" panose="020B0604020202020204" pitchFamily="34" charset="0"/>
            </a:endParaRPr>
          </a:p>
        </p:txBody>
      </p:sp>
      <p:graphicFrame>
        <p:nvGraphicFramePr>
          <p:cNvPr id="16" name="Table 15">
            <a:extLst>
              <a:ext uri="{FF2B5EF4-FFF2-40B4-BE49-F238E27FC236}">
                <a16:creationId xmlns:a16="http://schemas.microsoft.com/office/drawing/2014/main" id="{62334951-64BC-05B1-76C7-9F041D43FB7C}"/>
              </a:ext>
            </a:extLst>
          </p:cNvPr>
          <p:cNvGraphicFramePr>
            <a:graphicFrameLocks noGrp="1"/>
          </p:cNvGraphicFramePr>
          <p:nvPr>
            <p:extLst>
              <p:ext uri="{D42A27DB-BD31-4B8C-83A1-F6EECF244321}">
                <p14:modId xmlns:p14="http://schemas.microsoft.com/office/powerpoint/2010/main" val="2911708948"/>
              </p:ext>
            </p:extLst>
          </p:nvPr>
        </p:nvGraphicFramePr>
        <p:xfrm>
          <a:off x="1087821" y="1350040"/>
          <a:ext cx="10799380" cy="4775557"/>
        </p:xfrm>
        <a:graphic>
          <a:graphicData uri="http://schemas.openxmlformats.org/drawingml/2006/table">
            <a:tbl>
              <a:tblPr firstRow="1" bandRow="1">
                <a:tableStyleId>{5C22544A-7EE6-4342-B048-85BDC9FD1C3A}</a:tableStyleId>
              </a:tblPr>
              <a:tblGrid>
                <a:gridCol w="5399690">
                  <a:extLst>
                    <a:ext uri="{9D8B030D-6E8A-4147-A177-3AD203B41FA5}">
                      <a16:colId xmlns:a16="http://schemas.microsoft.com/office/drawing/2014/main" val="3170237489"/>
                    </a:ext>
                  </a:extLst>
                </a:gridCol>
                <a:gridCol w="5399690">
                  <a:extLst>
                    <a:ext uri="{9D8B030D-6E8A-4147-A177-3AD203B41FA5}">
                      <a16:colId xmlns:a16="http://schemas.microsoft.com/office/drawing/2014/main" val="3975032298"/>
                    </a:ext>
                  </a:extLst>
                </a:gridCol>
              </a:tblGrid>
              <a:tr h="1093520">
                <a:tc>
                  <a:txBody>
                    <a:bodyPr/>
                    <a:lstStyle/>
                    <a:p>
                      <a:pPr algn="ctr"/>
                      <a:r>
                        <a:rPr lang="en-GB" sz="2000" dirty="0"/>
                        <a:t>Industrial Applications (</a:t>
                      </a:r>
                      <a:r>
                        <a:rPr lang="en-GB" sz="2000" dirty="0">
                          <a:solidFill>
                            <a:srgbClr val="FFFF00"/>
                          </a:solidFill>
                        </a:rPr>
                        <a:t>Clearly mention 1 or 2 relevant industry name</a:t>
                      </a:r>
                      <a:r>
                        <a:rPr lang="en-GB" sz="2000" dirty="0"/>
                        <a:t>)</a:t>
                      </a:r>
                      <a:endParaRPr lang="en-PK" sz="2000" dirty="0"/>
                    </a:p>
                  </a:txBody>
                  <a:tcPr anchor="ctr"/>
                </a:tc>
                <a:tc>
                  <a:txBody>
                    <a:bodyPr/>
                    <a:lstStyle/>
                    <a:p>
                      <a:pPr algn="ctr"/>
                      <a:r>
                        <a:rPr lang="en-GB" sz="2000" dirty="0"/>
                        <a:t>Target Product (</a:t>
                      </a:r>
                      <a:r>
                        <a:rPr lang="en-GB" sz="2000" dirty="0">
                          <a:solidFill>
                            <a:srgbClr val="FFFF00"/>
                          </a:solidFill>
                        </a:rPr>
                        <a:t>Specifically mention one  target product name</a:t>
                      </a:r>
                      <a:r>
                        <a:rPr lang="en-GB" sz="2000" dirty="0"/>
                        <a:t>)</a:t>
                      </a:r>
                      <a:endParaRPr lang="en-PK" sz="2000" dirty="0"/>
                    </a:p>
                  </a:txBody>
                  <a:tcPr anchor="ctr"/>
                </a:tc>
                <a:extLst>
                  <a:ext uri="{0D108BD9-81ED-4DB2-BD59-A6C34878D82A}">
                    <a16:rowId xmlns:a16="http://schemas.microsoft.com/office/drawing/2014/main" val="554981205"/>
                  </a:ext>
                </a:extLst>
              </a:tr>
              <a:tr h="36820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0" kern="1200" dirty="0">
                          <a:solidFill>
                            <a:schemeClr val="dk1"/>
                          </a:solidFill>
                          <a:effectLst/>
                          <a:latin typeface="+mn-lt"/>
                          <a:ea typeface="+mn-ea"/>
                          <a:cs typeface="+mn-cs"/>
                        </a:rPr>
                        <a:t>1. BANKING: Loan Approval AI</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0" kern="1200" dirty="0">
                          <a:solidFill>
                            <a:schemeClr val="dk1"/>
                          </a:solidFill>
                          <a:effectLst/>
                          <a:latin typeface="+mn-lt"/>
                          <a:ea typeface="+mn-ea"/>
                          <a:cs typeface="+mn-cs"/>
                        </a:rPr>
                        <a:t>2. HIRING: Job Application AI</a:t>
                      </a:r>
                    </a:p>
                    <a:p>
                      <a:endParaRPr lang="en-PK" dirty="0"/>
                    </a:p>
                  </a:txBody>
                  <a:tcPr/>
                </a:tc>
                <a:tc>
                  <a:txBody>
                    <a:bodyPr/>
                    <a:lstStyle/>
                    <a:p>
                      <a:r>
                        <a:rPr lang="en-GB" b="1" dirty="0"/>
                        <a:t>Product Name: Ethical AI</a:t>
                      </a:r>
                    </a:p>
                    <a:p>
                      <a:r>
                        <a:rPr lang="en-US" sz="1800" b="0" i="0" kern="1200" dirty="0">
                          <a:solidFill>
                            <a:schemeClr val="dk1"/>
                          </a:solidFill>
                          <a:effectLst/>
                          <a:latin typeface="+mn-lt"/>
                          <a:ea typeface="+mn-ea"/>
                          <a:cs typeface="+mn-cs"/>
                        </a:rPr>
                        <a:t>A web-based SaaS platform that automatically validates if AI systems are ethical before deployment.</a:t>
                      </a:r>
                      <a:br>
                        <a:rPr lang="en-US" dirty="0"/>
                      </a:br>
                      <a:endParaRPr lang="en-PK" dirty="0"/>
                    </a:p>
                  </a:txBody>
                  <a:tcPr/>
                </a:tc>
                <a:extLst>
                  <a:ext uri="{0D108BD9-81ED-4DB2-BD59-A6C34878D82A}">
                    <a16:rowId xmlns:a16="http://schemas.microsoft.com/office/drawing/2014/main" val="237469362"/>
                  </a:ext>
                </a:extLst>
              </a:tr>
            </a:tbl>
          </a:graphicData>
        </a:graphic>
      </p:graphicFrame>
      <p:pic>
        <p:nvPicPr>
          <p:cNvPr id="2" name="Picture 1">
            <a:extLst>
              <a:ext uri="{FF2B5EF4-FFF2-40B4-BE49-F238E27FC236}">
                <a16:creationId xmlns:a16="http://schemas.microsoft.com/office/drawing/2014/main" id="{D31E951F-2A42-F0FF-EDE9-E8CABE81EF7A}"/>
              </a:ext>
            </a:extLst>
          </p:cNvPr>
          <p:cNvPicPr>
            <a:picLocks noChangeAspect="1"/>
          </p:cNvPicPr>
          <p:nvPr/>
        </p:nvPicPr>
        <p:blipFill>
          <a:blip r:embed="rId3"/>
          <a:stretch>
            <a:fillRect/>
          </a:stretch>
        </p:blipFill>
        <p:spPr>
          <a:xfrm>
            <a:off x="10388600" y="28788"/>
            <a:ext cx="1721267" cy="1292464"/>
          </a:xfrm>
          <a:prstGeom prst="rect">
            <a:avLst/>
          </a:prstGeom>
        </p:spPr>
      </p:pic>
    </p:spTree>
    <p:extLst>
      <p:ext uri="{BB962C8B-B14F-4D97-AF65-F5344CB8AC3E}">
        <p14:creationId xmlns:p14="http://schemas.microsoft.com/office/powerpoint/2010/main" val="13906247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080B92D8-DF54-82E0-8F86-4D87C70EDE59}"/>
              </a:ext>
            </a:extLst>
          </p:cNvPr>
          <p:cNvSpPr/>
          <p:nvPr/>
        </p:nvSpPr>
        <p:spPr>
          <a:xfrm>
            <a:off x="0" y="0"/>
            <a:ext cx="14630400" cy="8229600"/>
          </a:xfrm>
          <a:prstGeom prst="rect">
            <a:avLst/>
          </a:prstGeom>
          <a:solidFill>
            <a:srgbClr val="EBF4F3"/>
          </a:solidFill>
          <a:ln/>
        </p:spPr>
        <p:txBody>
          <a:bodyPr/>
          <a:lstStyle/>
          <a:p>
            <a:endParaRPr lang="en-US"/>
          </a:p>
        </p:txBody>
      </p:sp>
      <p:sp>
        <p:nvSpPr>
          <p:cNvPr id="3" name="Shape 1">
            <a:extLst>
              <a:ext uri="{FF2B5EF4-FFF2-40B4-BE49-F238E27FC236}">
                <a16:creationId xmlns:a16="http://schemas.microsoft.com/office/drawing/2014/main" id="{33BE3FB0-B01A-DA76-B5C2-47B4CA2692AB}"/>
              </a:ext>
            </a:extLst>
          </p:cNvPr>
          <p:cNvSpPr/>
          <p:nvPr/>
        </p:nvSpPr>
        <p:spPr>
          <a:xfrm>
            <a:off x="0" y="11708"/>
            <a:ext cx="14630400" cy="8229600"/>
          </a:xfrm>
          <a:prstGeom prst="rect">
            <a:avLst/>
          </a:prstGeom>
          <a:solidFill>
            <a:srgbClr val="FFFFFF"/>
          </a:solidFill>
          <a:ln w="13811">
            <a:solidFill>
              <a:srgbClr val="E5E0DF"/>
            </a:solidFill>
            <a:prstDash val="solid"/>
          </a:ln>
        </p:spPr>
        <p:txBody>
          <a:bodyPr/>
          <a:lstStyle/>
          <a:p>
            <a:endParaRPr lang="en-US"/>
          </a:p>
        </p:txBody>
      </p:sp>
      <p:sp>
        <p:nvSpPr>
          <p:cNvPr id="6" name="Text 3">
            <a:extLst>
              <a:ext uri="{FF2B5EF4-FFF2-40B4-BE49-F238E27FC236}">
                <a16:creationId xmlns:a16="http://schemas.microsoft.com/office/drawing/2014/main" id="{BCF211F9-571D-005E-804F-9CB07CF74B3F}"/>
              </a:ext>
            </a:extLst>
          </p:cNvPr>
          <p:cNvSpPr/>
          <p:nvPr/>
        </p:nvSpPr>
        <p:spPr>
          <a:xfrm>
            <a:off x="2037993" y="2191822"/>
            <a:ext cx="8663940" cy="694373"/>
          </a:xfrm>
          <a:prstGeom prst="rect">
            <a:avLst/>
          </a:prstGeom>
          <a:noFill/>
          <a:ln/>
        </p:spPr>
        <p:txBody>
          <a:bodyPr wrap="none" rtlCol="0" anchor="t"/>
          <a:lstStyle/>
          <a:p>
            <a:pPr marL="0" indent="0">
              <a:lnSpc>
                <a:spcPts val="5468"/>
              </a:lnSpc>
              <a:buNone/>
            </a:pPr>
            <a:endParaRPr lang="en-US" sz="4374" dirty="0"/>
          </a:p>
        </p:txBody>
      </p:sp>
      <p:sp>
        <p:nvSpPr>
          <p:cNvPr id="8" name="Text 5">
            <a:extLst>
              <a:ext uri="{FF2B5EF4-FFF2-40B4-BE49-F238E27FC236}">
                <a16:creationId xmlns:a16="http://schemas.microsoft.com/office/drawing/2014/main" id="{1AECADB7-57C1-A457-2B13-D0B8EF3FA35E}"/>
              </a:ext>
            </a:extLst>
          </p:cNvPr>
          <p:cNvSpPr/>
          <p:nvPr/>
        </p:nvSpPr>
        <p:spPr>
          <a:xfrm>
            <a:off x="3090041" y="3455431"/>
            <a:ext cx="2422434" cy="694373"/>
          </a:xfrm>
          <a:prstGeom prst="rect">
            <a:avLst/>
          </a:prstGeom>
          <a:noFill/>
          <a:ln/>
        </p:spPr>
        <p:txBody>
          <a:bodyPr wrap="none" rtlCol="0" anchor="t"/>
          <a:lstStyle/>
          <a:p>
            <a:pPr marL="0" indent="0">
              <a:lnSpc>
                <a:spcPts val="2734"/>
              </a:lnSpc>
              <a:buNone/>
            </a:pPr>
            <a:endParaRPr lang="en-US" sz="2187" dirty="0"/>
          </a:p>
        </p:txBody>
      </p:sp>
      <p:sp>
        <p:nvSpPr>
          <p:cNvPr id="9" name="Text 6">
            <a:extLst>
              <a:ext uri="{FF2B5EF4-FFF2-40B4-BE49-F238E27FC236}">
                <a16:creationId xmlns:a16="http://schemas.microsoft.com/office/drawing/2014/main" id="{709426CB-888E-E6DF-96CD-EAA9A7C54E47}"/>
              </a:ext>
            </a:extLst>
          </p:cNvPr>
          <p:cNvSpPr/>
          <p:nvPr/>
        </p:nvSpPr>
        <p:spPr>
          <a:xfrm>
            <a:off x="2273975" y="4024789"/>
            <a:ext cx="4694158" cy="1421606"/>
          </a:xfrm>
          <a:prstGeom prst="rect">
            <a:avLst/>
          </a:prstGeom>
          <a:noFill/>
          <a:ln/>
        </p:spPr>
        <p:txBody>
          <a:bodyPr wrap="square" rtlCol="0" anchor="t"/>
          <a:lstStyle/>
          <a:p>
            <a:pPr marL="0" indent="0">
              <a:lnSpc>
                <a:spcPts val="2799"/>
              </a:lnSpc>
              <a:buNone/>
            </a:pPr>
            <a:endParaRPr lang="en-US" sz="1750" dirty="0"/>
          </a:p>
        </p:txBody>
      </p:sp>
      <p:sp>
        <p:nvSpPr>
          <p:cNvPr id="11" name="Text 8">
            <a:extLst>
              <a:ext uri="{FF2B5EF4-FFF2-40B4-BE49-F238E27FC236}">
                <a16:creationId xmlns:a16="http://schemas.microsoft.com/office/drawing/2014/main" id="{7F8CF95A-B4BC-1C53-178E-90E0D8C5F68C}"/>
              </a:ext>
            </a:extLst>
          </p:cNvPr>
          <p:cNvSpPr/>
          <p:nvPr/>
        </p:nvSpPr>
        <p:spPr>
          <a:xfrm>
            <a:off x="7662267" y="3455432"/>
            <a:ext cx="4518660" cy="347186"/>
          </a:xfrm>
          <a:prstGeom prst="rect">
            <a:avLst/>
          </a:prstGeom>
          <a:noFill/>
          <a:ln/>
        </p:spPr>
        <p:txBody>
          <a:bodyPr wrap="none" rtlCol="0" anchor="t"/>
          <a:lstStyle/>
          <a:p>
            <a:pPr marL="0" indent="0">
              <a:lnSpc>
                <a:spcPts val="2734"/>
              </a:lnSpc>
              <a:buNone/>
            </a:pPr>
            <a:endParaRPr lang="en-US" sz="2187" dirty="0"/>
          </a:p>
        </p:txBody>
      </p:sp>
      <p:sp>
        <p:nvSpPr>
          <p:cNvPr id="12" name="Text 9">
            <a:extLst>
              <a:ext uri="{FF2B5EF4-FFF2-40B4-BE49-F238E27FC236}">
                <a16:creationId xmlns:a16="http://schemas.microsoft.com/office/drawing/2014/main" id="{A410DCAB-5338-371A-6CE1-49F8FEDCEF1F}"/>
              </a:ext>
            </a:extLst>
          </p:cNvPr>
          <p:cNvSpPr/>
          <p:nvPr/>
        </p:nvSpPr>
        <p:spPr>
          <a:xfrm>
            <a:off x="1209976" y="1166648"/>
            <a:ext cx="11146449" cy="1480407"/>
          </a:xfrm>
          <a:prstGeom prst="rect">
            <a:avLst/>
          </a:prstGeom>
          <a:noFill/>
          <a:ln/>
        </p:spPr>
        <p:txBody>
          <a:bodyPr wrap="square" rtlCol="0" anchor="t"/>
          <a:lstStyle/>
          <a:p>
            <a:pPr marL="0" indent="0">
              <a:lnSpc>
                <a:spcPts val="2799"/>
              </a:lnSpc>
              <a:buNone/>
            </a:pPr>
            <a:endParaRPr lang="en-US" sz="1750" b="1" dirty="0">
              <a:solidFill>
                <a:srgbClr val="2C3249"/>
              </a:solidFill>
              <a:latin typeface="Martel Sans" pitchFamily="34" charset="0"/>
              <a:ea typeface="Martel Sans" pitchFamily="34" charset="-122"/>
              <a:cs typeface="Martel Sans" pitchFamily="34" charset="-120"/>
            </a:endParaRPr>
          </a:p>
          <a:p>
            <a:pPr marL="0" indent="0">
              <a:lnSpc>
                <a:spcPts val="2799"/>
              </a:lnSpc>
              <a:buNone/>
            </a:pPr>
            <a:endParaRPr lang="en-US" sz="1750" dirty="0">
              <a:solidFill>
                <a:srgbClr val="2C3249"/>
              </a:solidFill>
              <a:latin typeface="Martel Sans" pitchFamily="34" charset="0"/>
              <a:ea typeface="Martel Sans" pitchFamily="34" charset="-122"/>
              <a:cs typeface="Martel Sans" pitchFamily="34" charset="-120"/>
            </a:endParaRPr>
          </a:p>
          <a:p>
            <a:pPr marL="0" indent="0">
              <a:lnSpc>
                <a:spcPts val="2799"/>
              </a:lnSpc>
              <a:buNone/>
            </a:pPr>
            <a:endParaRPr lang="en-US" sz="1750" dirty="0">
              <a:solidFill>
                <a:srgbClr val="2C3249"/>
              </a:solidFill>
              <a:latin typeface="Martel Sans" pitchFamily="34" charset="0"/>
              <a:ea typeface="Martel Sans" pitchFamily="34" charset="-122"/>
              <a:cs typeface="Martel Sans" pitchFamily="34" charset="-120"/>
            </a:endParaRPr>
          </a:p>
          <a:p>
            <a:pPr marL="0" indent="0">
              <a:lnSpc>
                <a:spcPts val="2799"/>
              </a:lnSpc>
              <a:buNone/>
            </a:pPr>
            <a:endParaRPr lang="en-US" sz="1750" dirty="0">
              <a:solidFill>
                <a:srgbClr val="2C3249"/>
              </a:solidFill>
              <a:latin typeface="Martel Sans" pitchFamily="34" charset="0"/>
              <a:ea typeface="Martel Sans" pitchFamily="34" charset="-122"/>
              <a:cs typeface="Martel Sans" pitchFamily="34" charset="-120"/>
            </a:endParaRPr>
          </a:p>
          <a:p>
            <a:pPr marL="0" indent="0">
              <a:lnSpc>
                <a:spcPts val="2799"/>
              </a:lnSpc>
              <a:buNone/>
            </a:pPr>
            <a:endParaRPr lang="en-US" sz="1750" dirty="0">
              <a:solidFill>
                <a:srgbClr val="2C3249"/>
              </a:solidFill>
              <a:latin typeface="Martel Sans" pitchFamily="34" charset="0"/>
              <a:ea typeface="Martel Sans" pitchFamily="34" charset="-122"/>
              <a:cs typeface="Martel Sans" pitchFamily="34" charset="-120"/>
            </a:endParaRPr>
          </a:p>
          <a:p>
            <a:pPr marL="0" indent="0">
              <a:lnSpc>
                <a:spcPts val="2799"/>
              </a:lnSpc>
              <a:buNone/>
            </a:pPr>
            <a:endParaRPr lang="en-US" sz="1750" dirty="0">
              <a:solidFill>
                <a:srgbClr val="2C3249"/>
              </a:solidFill>
              <a:latin typeface="Martel Sans" pitchFamily="34" charset="0"/>
              <a:ea typeface="Martel Sans" pitchFamily="34" charset="-122"/>
              <a:cs typeface="Martel Sans" pitchFamily="34" charset="-120"/>
            </a:endParaRPr>
          </a:p>
          <a:p>
            <a:pPr marL="0" indent="0">
              <a:lnSpc>
                <a:spcPts val="2799"/>
              </a:lnSpc>
              <a:buNone/>
            </a:pPr>
            <a:endParaRPr lang="en-US" sz="1750" dirty="0">
              <a:solidFill>
                <a:srgbClr val="2C3249"/>
              </a:solidFill>
              <a:latin typeface="Martel Sans" pitchFamily="34" charset="0"/>
              <a:ea typeface="Martel Sans" pitchFamily="34" charset="-122"/>
              <a:cs typeface="Martel Sans" pitchFamily="34" charset="-120"/>
            </a:endParaRPr>
          </a:p>
          <a:p>
            <a:pPr marL="0" indent="0">
              <a:lnSpc>
                <a:spcPts val="2799"/>
              </a:lnSpc>
              <a:buNone/>
            </a:pPr>
            <a:endParaRPr lang="en-US" sz="1750" dirty="0">
              <a:solidFill>
                <a:srgbClr val="2C3249"/>
              </a:solidFill>
              <a:latin typeface="Martel Sans" pitchFamily="34" charset="0"/>
              <a:ea typeface="Martel Sans" pitchFamily="34" charset="-122"/>
              <a:cs typeface="Martel Sans" pitchFamily="34" charset="-120"/>
            </a:endParaRPr>
          </a:p>
          <a:p>
            <a:pPr marL="0" indent="0">
              <a:lnSpc>
                <a:spcPts val="2799"/>
              </a:lnSpc>
              <a:buNone/>
            </a:pPr>
            <a:endParaRPr lang="en-US" sz="1750" dirty="0">
              <a:solidFill>
                <a:srgbClr val="2C3249"/>
              </a:solidFill>
              <a:latin typeface="Martel Sans" pitchFamily="34" charset="0"/>
              <a:ea typeface="Martel Sans" pitchFamily="34" charset="-122"/>
              <a:cs typeface="Martel Sans" pitchFamily="34" charset="-120"/>
            </a:endParaRPr>
          </a:p>
          <a:p>
            <a:pPr marL="0" indent="0">
              <a:lnSpc>
                <a:spcPts val="2799"/>
              </a:lnSpc>
              <a:buNone/>
            </a:pPr>
            <a:endParaRPr lang="en-US" sz="1750" dirty="0">
              <a:solidFill>
                <a:srgbClr val="2C3249"/>
              </a:solidFill>
              <a:latin typeface="Martel Sans" pitchFamily="34" charset="0"/>
              <a:ea typeface="Martel Sans" pitchFamily="34" charset="-122"/>
              <a:cs typeface="Martel Sans" pitchFamily="34" charset="-120"/>
            </a:endParaRPr>
          </a:p>
          <a:p>
            <a:pPr marL="0" indent="0">
              <a:lnSpc>
                <a:spcPts val="2799"/>
              </a:lnSpc>
              <a:buNone/>
            </a:pPr>
            <a:endParaRPr lang="en-US" sz="1750" dirty="0">
              <a:solidFill>
                <a:srgbClr val="2C3249"/>
              </a:solidFill>
              <a:latin typeface="Martel Sans" pitchFamily="34" charset="0"/>
              <a:ea typeface="Martel Sans" pitchFamily="34" charset="-122"/>
              <a:cs typeface="Martel Sans" pitchFamily="34" charset="-120"/>
            </a:endParaRPr>
          </a:p>
        </p:txBody>
      </p:sp>
      <p:grpSp>
        <p:nvGrpSpPr>
          <p:cNvPr id="13" name="组合 1">
            <a:extLst>
              <a:ext uri="{FF2B5EF4-FFF2-40B4-BE49-F238E27FC236}">
                <a16:creationId xmlns:a16="http://schemas.microsoft.com/office/drawing/2014/main" id="{81FD5296-D22E-7312-2AB6-9A4AF8F50F83}"/>
              </a:ext>
            </a:extLst>
          </p:cNvPr>
          <p:cNvGrpSpPr/>
          <p:nvPr/>
        </p:nvGrpSpPr>
        <p:grpSpPr>
          <a:xfrm>
            <a:off x="1" y="0"/>
            <a:ext cx="10160728" cy="1527500"/>
            <a:chOff x="1" y="0"/>
            <a:chExt cx="10160728" cy="1527500"/>
          </a:xfrm>
        </p:grpSpPr>
        <p:sp>
          <p:nvSpPr>
            <p:cNvPr id="14" name="TextBox 6">
              <a:extLst>
                <a:ext uri="{FF2B5EF4-FFF2-40B4-BE49-F238E27FC236}">
                  <a16:creationId xmlns:a16="http://schemas.microsoft.com/office/drawing/2014/main" id="{1322C923-E869-10AB-0AE0-6354C35AE76F}"/>
                </a:ext>
              </a:extLst>
            </p:cNvPr>
            <p:cNvSpPr txBox="1"/>
            <p:nvPr/>
          </p:nvSpPr>
          <p:spPr>
            <a:xfrm>
              <a:off x="2037993" y="881169"/>
              <a:ext cx="8122736" cy="646331"/>
            </a:xfrm>
            <a:prstGeom prst="rect">
              <a:avLst/>
            </a:prstGeom>
            <a:noFill/>
          </p:spPr>
          <p:txBody>
            <a:bodyPr wrap="square" lIns="91440" tIns="45720" rIns="91440" bIns="45720" rtlCol="0">
              <a:spAutoFit/>
            </a:bodyPr>
            <a:lstStyle/>
            <a:p>
              <a:pPr defTabSz="457200"/>
              <a:endParaRPr lang="zh-CN" altLang="en-US" sz="3600" b="1" dirty="0">
                <a:solidFill>
                  <a:srgbClr val="379EDA"/>
                </a:solidFill>
                <a:latin typeface="Barlow Condensed" panose="00000506000000000000" charset="0"/>
                <a:ea typeface="Barlow Condensed" panose="00000506000000000000" charset="0"/>
                <a:cs typeface="Barlow Condensed" panose="00000506000000000000" charset="0"/>
              </a:endParaRPr>
            </a:p>
          </p:txBody>
        </p:sp>
        <p:pic>
          <p:nvPicPr>
            <p:cNvPr id="15" name="图片 3">
              <a:extLst>
                <a:ext uri="{FF2B5EF4-FFF2-40B4-BE49-F238E27FC236}">
                  <a16:creationId xmlns:a16="http://schemas.microsoft.com/office/drawing/2014/main" id="{A271FE06-89FE-6B0B-6EB1-168ED3D3A97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2432171" cy="1377391"/>
            </a:xfrm>
            <a:prstGeom prst="rect">
              <a:avLst/>
            </a:prstGeom>
          </p:spPr>
        </p:pic>
      </p:grpSp>
      <p:sp>
        <p:nvSpPr>
          <p:cNvPr id="7" name="Title 6">
            <a:extLst>
              <a:ext uri="{FF2B5EF4-FFF2-40B4-BE49-F238E27FC236}">
                <a16:creationId xmlns:a16="http://schemas.microsoft.com/office/drawing/2014/main" id="{EF7AB637-0669-B079-09D7-6921F21A2D6E}"/>
              </a:ext>
            </a:extLst>
          </p:cNvPr>
          <p:cNvSpPr>
            <a:spLocks noGrp="1"/>
          </p:cNvSpPr>
          <p:nvPr>
            <p:ph type="title"/>
          </p:nvPr>
        </p:nvSpPr>
        <p:spPr>
          <a:xfrm>
            <a:off x="918971" y="602652"/>
            <a:ext cx="10515600" cy="1325563"/>
          </a:xfrm>
        </p:spPr>
        <p:txBody>
          <a:bodyPr>
            <a:normAutofit/>
          </a:bodyPr>
          <a:lstStyle/>
          <a:p>
            <a:pPr algn="ctr"/>
            <a:r>
              <a:rPr lang="en-GB" altLang="zh-CN" sz="4000" b="1" dirty="0">
                <a:solidFill>
                  <a:srgbClr val="379EDA"/>
                </a:solidFill>
                <a:latin typeface="Barlow Condensed" panose="00000506000000000000" charset="0"/>
                <a:ea typeface="Barlow Condensed" panose="00000506000000000000" charset="0"/>
                <a:cs typeface="Barlow Condensed" panose="00000506000000000000" charset="0"/>
              </a:rPr>
              <a:t>Manager ASRB Comment</a:t>
            </a:r>
            <a:br>
              <a:rPr lang="zh-CN" altLang="en-US" sz="4000" b="1" dirty="0">
                <a:solidFill>
                  <a:srgbClr val="379EDA"/>
                </a:solidFill>
                <a:latin typeface="Barlow Condensed" panose="00000506000000000000" charset="0"/>
                <a:ea typeface="Barlow Condensed" panose="00000506000000000000" charset="0"/>
                <a:cs typeface="Barlow Condensed" panose="00000506000000000000" charset="0"/>
              </a:rPr>
            </a:br>
            <a:endParaRPr lang="en-US" sz="4000" dirty="0"/>
          </a:p>
        </p:txBody>
      </p:sp>
      <p:sp>
        <p:nvSpPr>
          <p:cNvPr id="16" name="Content Placeholder 15">
            <a:extLst>
              <a:ext uri="{FF2B5EF4-FFF2-40B4-BE49-F238E27FC236}">
                <a16:creationId xmlns:a16="http://schemas.microsoft.com/office/drawing/2014/main" id="{56571416-3E62-E3EE-ED56-CB0602C98802}"/>
              </a:ext>
            </a:extLst>
          </p:cNvPr>
          <p:cNvSpPr>
            <a:spLocks noGrp="1"/>
          </p:cNvSpPr>
          <p:nvPr>
            <p:ph idx="1"/>
          </p:nvPr>
        </p:nvSpPr>
        <p:spPr/>
        <p:txBody>
          <a:bodyPr/>
          <a:lstStyle/>
          <a:p>
            <a:endParaRPr lang="en-US" dirty="0"/>
          </a:p>
        </p:txBody>
      </p:sp>
      <p:pic>
        <p:nvPicPr>
          <p:cNvPr id="17" name="Picture 16">
            <a:extLst>
              <a:ext uri="{FF2B5EF4-FFF2-40B4-BE49-F238E27FC236}">
                <a16:creationId xmlns:a16="http://schemas.microsoft.com/office/drawing/2014/main" id="{F21A3FCC-B95A-FD39-25C4-1084C4ACC716}"/>
              </a:ext>
            </a:extLst>
          </p:cNvPr>
          <p:cNvPicPr>
            <a:picLocks noChangeAspect="1"/>
          </p:cNvPicPr>
          <p:nvPr/>
        </p:nvPicPr>
        <p:blipFill>
          <a:blip r:embed="rId3"/>
          <a:stretch>
            <a:fillRect/>
          </a:stretch>
        </p:blipFill>
        <p:spPr>
          <a:xfrm>
            <a:off x="12517967" y="42463"/>
            <a:ext cx="1950889" cy="1292464"/>
          </a:xfrm>
          <a:prstGeom prst="rect">
            <a:avLst/>
          </a:prstGeom>
        </p:spPr>
      </p:pic>
    </p:spTree>
    <p:extLst>
      <p:ext uri="{BB962C8B-B14F-4D97-AF65-F5344CB8AC3E}">
        <p14:creationId xmlns:p14="http://schemas.microsoft.com/office/powerpoint/2010/main" val="265591589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2185</TotalTime>
  <Words>364</Words>
  <Application>Microsoft Office PowerPoint</Application>
  <PresentationFormat>Widescreen</PresentationFormat>
  <Paragraphs>75</Paragraphs>
  <Slides>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vt:i4>
      </vt:variant>
    </vt:vector>
  </HeadingPairs>
  <TitlesOfParts>
    <vt:vector size="15" baseType="lpstr">
      <vt:lpstr>Arial</vt:lpstr>
      <vt:lpstr>Barlow Condensed</vt:lpstr>
      <vt:lpstr>Calibri</vt:lpstr>
      <vt:lpstr>Calibri Light</vt:lpstr>
      <vt:lpstr>Martel Sans</vt:lpstr>
      <vt:lpstr>Times New Roman</vt:lpstr>
      <vt:lpstr>Office Theme</vt:lpstr>
      <vt:lpstr>PowerPoint Presentation</vt:lpstr>
      <vt:lpstr>PowerPoint Presentation</vt:lpstr>
      <vt:lpstr>PowerPoint Presentation</vt:lpstr>
      <vt:lpstr>                     INTRODUCTION/BACKGROUND </vt:lpstr>
      <vt:lpstr>                        RESEARCH QUESTION </vt:lpstr>
      <vt:lpstr>                        RESEARCH OBJECTIVES  </vt:lpstr>
      <vt:lpstr>PowerPoint Presentation</vt:lpstr>
      <vt:lpstr>Manager ASRB Comment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ASRB</dc:creator>
  <cp:lastModifiedBy>Sabahat Siddique</cp:lastModifiedBy>
  <cp:revision>24</cp:revision>
  <dcterms:created xsi:type="dcterms:W3CDTF">2023-11-07T07:29:54Z</dcterms:created>
  <dcterms:modified xsi:type="dcterms:W3CDTF">2026-01-29T04:03:00Z</dcterms:modified>
</cp:coreProperties>
</file>